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73152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234440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12801600"/>
            <a:ext cx="914400" cy="914400"/>
          </a:xfrm>
          <a:prstGeom prst="ellipse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defRPr sz="4800" b="0">
                <a:solidFill>
                  <a:srgbClr val="2D2D2D"/>
                </a:solidFill>
                <a:latin typeface="Microsoft YaHei"/>
              </a:defRPr>
            </a:pPr>
            <a:r>
              <a:t>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286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defRPr sz="4000" b="0">
                <a:solidFill>
                  <a:srgbClr val="2D2D2D"/>
                </a:solidFill>
                <a:latin typeface="Microsoft YaHei"/>
              </a:defRPr>
            </a:pPr>
            <a:r>
              <a:t>☁️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1430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2D2D2D"/>
                </a:solidFill>
                <a:latin typeface="Microsoft YaHei"/>
              </a:defRPr>
            </a:pPr>
            <a:r>
              <a:t>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6766560" cy="5029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defRPr sz="4800" b="1">
                <a:solidFill>
                  <a:srgbClr val="2D2D2D"/>
                </a:solidFill>
                <a:latin typeface="Microsoft YaHei"/>
              </a:defRPr>
            </a:pPr>
            <a:r>
              <a:t>东亚人类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defRPr sz="4800" b="1">
                <a:solidFill>
                  <a:srgbClr val="2E7D32"/>
                </a:solidFill>
                <a:latin typeface="Microsoft YaHei"/>
              </a:defRPr>
            </a:pPr>
            <a:r>
              <a:t>反焦虑平静指南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400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2000" b="0">
                <a:solidFill>
                  <a:srgbClr val="5D4E37"/>
                </a:solidFill>
                <a:latin typeface="Microsoft YaHei"/>
              </a:defRPr>
            </a:pPr>
            <a:r>
              <a:t>如果你也经常觉得「还不够好」</a:t>
            </a:r>
            <a:br/>
            <a:r>
              <a:t>这篇指南是写给你的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9601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600" b="0">
                <a:solidFill>
                  <a:srgbClr val="5D4E37"/>
                </a:solidFill>
                <a:latin typeface="Microsoft YaHei"/>
              </a:defRPr>
            </a:pPr>
            <a:r>
              <a:t>🌿 做一个平静的东亚人 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ED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1">
                <a:solidFill>
                  <a:srgbClr val="2D2D2D"/>
                </a:solidFill>
                <a:latin typeface="Microsoft YaHei"/>
              </a:defRPr>
            </a:pPr>
            <a:r>
              <a:t>📋 你的焦虑清单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600" b="0">
                <a:solidFill>
                  <a:srgbClr val="5D4E37"/>
                </a:solidFill>
                <a:latin typeface="Microsoft YaHei"/>
              </a:defRPr>
            </a:pPr>
            <a:r>
              <a:t>看看你中了几条？（全中的请举手）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60320"/>
            <a:ext cx="34747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defRPr sz="2800" b="0">
                <a:solidFill>
                  <a:srgbClr val="2D2D2D"/>
                </a:solidFill>
                <a:latin typeface="Microsoft YaHei"/>
              </a:defRPr>
            </a:pPr>
            <a:r>
              <a:t>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同龄人焦虑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747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defRPr sz="1200" b="0">
                <a:solidFill>
                  <a:srgbClr val="5D4E37"/>
                </a:solidFill>
                <a:latin typeface="Microsoft YaHei"/>
              </a:defRPr>
            </a:pPr>
            <a:r>
              <a:t>别人结婚生娃升职</a:t>
            </a:r>
            <a:br/>
            <a:r>
              <a:t>我还在想今天吃什么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560320"/>
            <a:ext cx="34747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defRPr sz="2800" b="0">
                <a:solidFill>
                  <a:srgbClr val="2D2D2D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社交媒体焦虑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4747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defRPr sz="1200" b="0">
                <a:solidFill>
                  <a:srgbClr val="5D4E37"/>
                </a:solidFill>
                <a:latin typeface="Microsoft YaHei"/>
              </a:defRPr>
            </a:pPr>
            <a:r>
              <a:t>朋友圈人均精致生活</a:t>
            </a:r>
            <a:br/>
            <a:r>
              <a:t>我连被子都没叠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035040"/>
            <a:ext cx="34747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defRPr sz="2800" b="0">
                <a:solidFill>
                  <a:srgbClr val="2D2D2D"/>
                </a:solidFill>
                <a:latin typeface="Microsoft YaHei"/>
              </a:defRPr>
            </a:pPr>
            <a:r>
              <a:t>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83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年龄焦虑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9494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defRPr sz="1200" b="0">
                <a:solidFill>
                  <a:srgbClr val="5D4E37"/>
                </a:solidFill>
                <a:latin typeface="Microsoft YaHei"/>
              </a:defRPr>
            </a:pPr>
            <a:r>
              <a:t>25岁觉得来不及了</a:t>
            </a:r>
            <a:br/>
            <a:r>
              <a:t>30岁觉得人生完了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6035040"/>
            <a:ext cx="34747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6172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defRPr sz="2800" b="0">
                <a:solidFill>
                  <a:srgbClr val="2D2D2D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6583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金钱焦虑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69494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defRPr sz="1200" b="0">
                <a:solidFill>
                  <a:srgbClr val="5D4E37"/>
                </a:solidFill>
                <a:latin typeface="Microsoft YaHei"/>
              </a:defRPr>
            </a:pPr>
            <a:r>
              <a:t>工资涨幅跑不过</a:t>
            </a:r>
            <a:br/>
            <a:r>
              <a:t>奶茶涨价速度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9509759"/>
            <a:ext cx="34747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9646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defRPr sz="2800" b="0">
                <a:solidFill>
                  <a:srgbClr val="2D2D2D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005839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自我审查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042415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defRPr sz="1200" b="0">
                <a:solidFill>
                  <a:srgbClr val="5D4E37"/>
                </a:solidFill>
                <a:latin typeface="Microsoft YaHei"/>
              </a:defRPr>
            </a:pPr>
            <a:r>
              <a:t>发条朋友圈要P图1小时</a:t>
            </a:r>
            <a:br/>
            <a:r>
              <a:t>最后设为仅自己可见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9509759"/>
            <a:ext cx="34747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9646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defRPr sz="2800" b="0">
                <a:solidFill>
                  <a:srgbClr val="2D2D2D"/>
                </a:solidFill>
                <a:latin typeface="Microsoft YaHei"/>
              </a:defRPr>
            </a:pPr>
            <a:r>
              <a:t>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1005839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休息羞耻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1042415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defRPr sz="1200" b="0">
                <a:solidFill>
                  <a:srgbClr val="5D4E37"/>
                </a:solidFill>
                <a:latin typeface="Microsoft YaHei"/>
              </a:defRPr>
            </a:pPr>
            <a:r>
              <a:t>休息一天就焦虑</a:t>
            </a:r>
            <a:br/>
            <a:r>
              <a:t>觉得自己在浪费生命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12984480"/>
            <a:ext cx="5486400" cy="109728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240"/>
              </a:lnSpc>
              <a:defRPr sz="1400">
                <a:solidFill>
                  <a:srgbClr val="5D4E37"/>
                </a:solidFill>
                <a:latin typeface="Microsoft YaHei"/>
              </a:defRPr>
            </a:pPr>
            <a:r>
              <a:t>💛 如果你中了3条以上</a:t>
            </a:r>
            <a:br/>
            <a:r>
              <a:t>说明你是一个正常的东亚人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1">
                <a:solidFill>
                  <a:srgbClr val="2D2D2D"/>
                </a:solidFill>
                <a:latin typeface="Microsoft YaHei"/>
              </a:defRPr>
            </a:pPr>
            <a:r>
              <a:t>🔍 焦虑从哪里来？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371600" cy="34747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600"/>
              </a:lnSpc>
              <a:defRPr sz="4400" b="0">
                <a:solidFill>
                  <a:srgbClr val="2D2D2D"/>
                </a:solidFill>
                <a:latin typeface="Microsoft YaHei"/>
              </a:defRPr>
            </a:pPr>
            <a:r>
              <a:t>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011680"/>
            <a:ext cx="52120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教育系统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83464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defRPr sz="1400" b="0">
                <a:solidFill>
                  <a:srgbClr val="5D4E37"/>
                </a:solidFill>
                <a:latin typeface="Microsoft YaHei"/>
              </a:defRPr>
            </a:pPr>
            <a:r>
              <a:t>从小被教育「不能输在起跑线」</a:t>
            </a:r>
            <a:br/>
            <a:r>
              <a:t>考了98分被问另外2分呢</a:t>
            </a:r>
            <a:br/>
            <a:r>
              <a:t>第一名只有一个</a:t>
            </a:r>
            <a:br/>
            <a:r>
              <a:t>但所有人都被要求争第一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126480"/>
            <a:ext cx="1371600" cy="347472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858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600"/>
              </a:lnSpc>
              <a:defRPr sz="4400" b="0">
                <a:solidFill>
                  <a:srgbClr val="2D2D2D"/>
                </a:solidFill>
                <a:latin typeface="Microsoft YaHei"/>
              </a:defRPr>
            </a:pPr>
            <a:r>
              <a:t>👨‍👩‍👧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6126480"/>
            <a:ext cx="52120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6309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家庭期待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694944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defRPr sz="1400" b="0">
                <a:solidFill>
                  <a:srgbClr val="5D4E37"/>
                </a:solidFill>
                <a:latin typeface="Microsoft YaHei"/>
              </a:defRPr>
            </a:pPr>
            <a:r>
              <a:t>「别人家的孩子」是终身阴影</a:t>
            </a:r>
            <a:br/>
            <a:r>
              <a:t>听话是美德，叛逆是罪过</a:t>
            </a:r>
            <a:br/>
            <a:r>
              <a:t>你的选择永远不够好</a:t>
            </a:r>
            <a:br/>
            <a:r>
              <a:t>他们的担心永远不够多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0241280"/>
            <a:ext cx="1371600" cy="3474720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0972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600"/>
              </a:lnSpc>
              <a:defRPr sz="4400" b="0">
                <a:solidFill>
                  <a:srgbClr val="2D2D2D"/>
                </a:solidFill>
                <a:latin typeface="Microsoft YaHei"/>
              </a:defRPr>
            </a:pPr>
            <a:r>
              <a:t>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10241280"/>
            <a:ext cx="52120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0424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社会环境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106424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defRPr sz="1400" b="0">
                <a:solidFill>
                  <a:srgbClr val="5D4E37"/>
                </a:solidFill>
                <a:latin typeface="Microsoft YaHei"/>
              </a:defRPr>
            </a:pPr>
            <a:r>
              <a:t>35岁危机、内卷、996</a:t>
            </a:r>
            <a:br/>
            <a:r>
              <a:t>「你不干有的是人干」</a:t>
            </a:r>
            <a:br/>
            <a:r>
              <a:t>成功学把人逼成机器</a:t>
            </a:r>
            <a:br/>
            <a:r>
              <a:t>却忘了问你快不快乐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5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🧠 认知重启 · 换个脑子想问题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34747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defRPr sz="4000" b="0">
                <a:solidFill>
                  <a:srgbClr val="2D2D2D"/>
                </a:solidFill>
                <a:latin typeface="Microsoft YaHei"/>
              </a:defRPr>
            </a:pPr>
            <a: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1800" b="1">
                <a:solidFill>
                  <a:srgbClr val="2D2D2D"/>
                </a:solidFill>
                <a:latin typeface="Microsoft YaHei"/>
              </a:defRPr>
            </a:pPr>
            <a:r>
              <a:t>允许自己「普通」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0"/>
              </a:lnSpc>
              <a:defRPr sz="1400" b="0">
                <a:solidFill>
                  <a:srgbClr val="5D4E37"/>
                </a:solidFill>
                <a:latin typeface="Microsoft YaHei"/>
              </a:defRPr>
            </a:pPr>
            <a:r>
              <a:t>世界上99%的人都是普通人</a:t>
            </a:r>
            <a:br/>
            <a:r>
              <a:t>普通不是失败</a:t>
            </a:r>
            <a:br/>
            <a:r>
              <a:t>是一种正常的人生状态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4747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defRPr sz="4000" b="0">
                <a:solidFill>
                  <a:srgbClr val="2D2D2D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1800" b="1">
                <a:solidFill>
                  <a:srgbClr val="2D2D2D"/>
                </a:solidFill>
                <a:latin typeface="Microsoft YaHei"/>
              </a:defRPr>
            </a:pPr>
            <a:r>
              <a:t>把「来不及」换成「刚刚好」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576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0"/>
              </a:lnSpc>
              <a:defRPr sz="1400" b="0">
                <a:solidFill>
                  <a:srgbClr val="5D4E37"/>
                </a:solidFill>
                <a:latin typeface="Microsoft YaHei"/>
              </a:defRPr>
            </a:pPr>
            <a:r>
              <a:t>摩西奶奶78岁才开始画画</a:t>
            </a:r>
            <a:br/>
            <a:r>
              <a:t>人生不是百米冲刺</a:t>
            </a:r>
            <a:br/>
            <a:r>
              <a:t>是各自赛道的马拉松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7955279"/>
            <a:ext cx="34747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813815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defRPr sz="4000" b="0">
                <a:solidFill>
                  <a:srgbClr val="2D2D2D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88696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1800" b="1">
                <a:solidFill>
                  <a:srgbClr val="2D2D2D"/>
                </a:solidFill>
                <a:latin typeface="Microsoft YaHei"/>
              </a:defRPr>
            </a:pPr>
            <a:r>
              <a:t>定义自己的成功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601199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0"/>
              </a:lnSpc>
              <a:defRPr sz="1400" b="0">
                <a:solidFill>
                  <a:srgbClr val="5D4E37"/>
                </a:solidFill>
                <a:latin typeface="Microsoft YaHei"/>
              </a:defRPr>
            </a:pPr>
            <a:r>
              <a:t>成功不是只有一种模板</a:t>
            </a:r>
            <a:br/>
            <a:r>
              <a:t>今天开心了就是成功</a:t>
            </a:r>
            <a:br/>
            <a:r>
              <a:t>睡了个好觉也是成功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7955279"/>
            <a:ext cx="34747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813815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defRPr sz="4000" b="0">
                <a:solidFill>
                  <a:srgbClr val="2D2D2D"/>
                </a:solidFill>
                <a:latin typeface="Microsoft YaHei"/>
              </a:defRPr>
            </a:pPr>
            <a:r>
              <a:t>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88696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1800" b="1">
                <a:solidFill>
                  <a:srgbClr val="2D2D2D"/>
                </a:solidFill>
                <a:latin typeface="Microsoft YaHei"/>
              </a:defRPr>
            </a:pPr>
            <a:r>
              <a:t>屏蔽噪音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9601199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0"/>
              </a:lnSpc>
              <a:defRPr sz="1400" b="0">
                <a:solidFill>
                  <a:srgbClr val="5D4E37"/>
                </a:solidFill>
                <a:latin typeface="Microsoft YaHei"/>
              </a:defRPr>
            </a:pPr>
            <a:r>
              <a:t>别人的评价是他们的事</a:t>
            </a:r>
            <a:br/>
            <a:r>
              <a:t>你的人生是你的事</a:t>
            </a:r>
            <a:br/>
            <a:r>
              <a:t>学会「关你什么事」和「关我什么事」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🌿 行动指南 · 今天就能做的事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700" b="1">
                <a:solidFill>
                  <a:srgbClr val="2D2D2D"/>
                </a:solidFill>
                <a:latin typeface="Microsoft YaHei"/>
              </a:defRPr>
            </a:pPr>
            <a:r>
              <a:t>每天留10分钟给自己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300" b="0">
                <a:solidFill>
                  <a:srgbClr val="5D4E37"/>
                </a:solidFill>
                <a:latin typeface="Microsoft YaHei"/>
              </a:defRPr>
            </a:pPr>
            <a:r>
              <a:t>什么都不做，就发呆</a:t>
            </a:r>
            <a:br/>
            <a:r>
              <a:t>让大脑休息一下</a:t>
            </a:r>
            <a:br/>
            <a:r>
              <a:t>它比你更需要放假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2️⃣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700" b="1">
                <a:solidFill>
                  <a:srgbClr val="2D2D2D"/>
                </a:solidFill>
                <a:latin typeface="Microsoft YaHei"/>
              </a:defRPr>
            </a:pPr>
            <a:r>
              <a:t>取关让你焦虑的账号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9260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300" b="0">
                <a:solidFill>
                  <a:srgbClr val="5D4E37"/>
                </a:solidFill>
                <a:latin typeface="Microsoft YaHei"/>
              </a:defRPr>
            </a:pPr>
            <a:r>
              <a:t>朋友圈、小红书、抖音</a:t>
            </a:r>
            <a:br/>
            <a:r>
              <a:t>不舒服的内容就屏蔽</a:t>
            </a:r>
            <a:br/>
            <a:r>
              <a:t>你的信息流你做主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4360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080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3️⃣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92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700" b="1">
                <a:solidFill>
                  <a:srgbClr val="2D2D2D"/>
                </a:solidFill>
                <a:latin typeface="Microsoft YaHei"/>
              </a:defRPr>
            </a:pPr>
            <a:r>
              <a:t>学会说「不知道」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70408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300" b="0">
                <a:solidFill>
                  <a:srgbClr val="5D4E37"/>
                </a:solidFill>
                <a:latin typeface="Microsoft YaHei"/>
              </a:defRPr>
            </a:pPr>
            <a:r>
              <a:t>不用什么都知道</a:t>
            </a:r>
            <a:br/>
            <a:r>
              <a:t>不用什么都擅长</a:t>
            </a:r>
            <a:br/>
            <a:r>
              <a:t>「我不知道」是一种勇气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94360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6080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4️⃣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6492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700" b="1">
                <a:solidFill>
                  <a:srgbClr val="2D2D2D"/>
                </a:solidFill>
                <a:latin typeface="Microsoft YaHei"/>
              </a:defRPr>
            </a:pPr>
            <a:r>
              <a:t>降低期待值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70408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300" b="0">
                <a:solidFill>
                  <a:srgbClr val="5D4E37"/>
                </a:solidFill>
                <a:latin typeface="Microsoft YaHei"/>
              </a:defRPr>
            </a:pPr>
            <a:r>
              <a:t>对别人降低期待</a:t>
            </a:r>
            <a:br/>
            <a:r>
              <a:t>对自己也降低期待</a:t>
            </a:r>
            <a:br/>
            <a:r>
              <a:t>60分的人生也很棒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05840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0195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5️⃣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0607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700" b="1">
                <a:solidFill>
                  <a:srgbClr val="2D2D2D"/>
                </a:solidFill>
                <a:latin typeface="Microsoft YaHei"/>
              </a:defRPr>
            </a:pPr>
            <a:r>
              <a:t>找到你的「小确幸」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11556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300" b="0">
                <a:solidFill>
                  <a:srgbClr val="5D4E37"/>
                </a:solidFill>
                <a:latin typeface="Microsoft YaHei"/>
              </a:defRPr>
            </a:pPr>
            <a:r>
              <a:t>一杯好喝的奶茶</a:t>
            </a:r>
            <a:br/>
            <a:r>
              <a:t>一个温暖的午后</a:t>
            </a:r>
            <a:br/>
            <a:r>
              <a:t>一本好看的书</a:t>
            </a:r>
            <a:br/>
            <a:r>
              <a:t>这些都是生活的意义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005840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10195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6️⃣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10607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700" b="1">
                <a:solidFill>
                  <a:srgbClr val="2D2D2D"/>
                </a:solidFill>
                <a:latin typeface="Microsoft YaHei"/>
              </a:defRPr>
            </a:pPr>
            <a:r>
              <a:t>允许自己休息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111556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300" b="0">
                <a:solidFill>
                  <a:srgbClr val="5D4E37"/>
                </a:solidFill>
                <a:latin typeface="Microsoft YaHei"/>
              </a:defRPr>
            </a:pPr>
            <a:r>
              <a:t>休息不是偷懒</a:t>
            </a:r>
            <a:br/>
            <a:r>
              <a:t>是为了走更远的路</a:t>
            </a:r>
            <a:br/>
            <a:r>
              <a:t>你不是机器，不需要24小时运转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💬 东亚人的松弛感语录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5D4E37"/>
                </a:solidFill>
                <a:latin typeface="Microsoft YaHei"/>
              </a:defRPr>
            </a:pPr>
            <a:r>
              <a:t>建议截图保存，焦虑时拿出来读一读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3474720" cy="237744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720"/>
              </a:lnSpc>
              <a:defRPr sz="1700">
                <a:solidFill>
                  <a:srgbClr val="5D4E37"/>
                </a:solidFill>
                <a:latin typeface="Microsoft YaHei"/>
              </a:defRPr>
            </a:pPr>
            <a:r>
              <a:t>「来得及，一切都来得及」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77440"/>
            <a:ext cx="3474720" cy="237744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720"/>
              </a:lnSpc>
              <a:defRPr sz="1700">
                <a:solidFill>
                  <a:srgbClr val="5D4E37"/>
                </a:solidFill>
                <a:latin typeface="Microsoft YaHei"/>
              </a:defRPr>
            </a:pPr>
            <a:r>
              <a:t>「不完美也没关系」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03520"/>
            <a:ext cx="3474720" cy="237744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720"/>
              </a:lnSpc>
              <a:defRPr sz="1700">
                <a:solidFill>
                  <a:srgbClr val="5D4E37"/>
                </a:solidFill>
                <a:latin typeface="Microsoft YaHei"/>
              </a:defRPr>
            </a:pPr>
            <a:r>
              <a:t>「今天不努力，明天也可以」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303520"/>
            <a:ext cx="3474720" cy="237744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720"/>
              </a:lnSpc>
              <a:defRPr sz="1700">
                <a:solidFill>
                  <a:srgbClr val="5D4E37"/>
                </a:solidFill>
                <a:latin typeface="Microsoft YaHei"/>
              </a:defRPr>
            </a:pPr>
            <a:r>
              <a:t>「别人的成功跟我没关系」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8229600"/>
            <a:ext cx="3474720" cy="237744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720"/>
              </a:lnSpc>
              <a:defRPr sz="1700">
                <a:solidFill>
                  <a:srgbClr val="5D4E37"/>
                </a:solidFill>
                <a:latin typeface="Microsoft YaHei"/>
              </a:defRPr>
            </a:pPr>
            <a:r>
              <a:t>「我值得被爱，不需要条件」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8229600"/>
            <a:ext cx="3474720" cy="237744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720"/>
              </a:lnSpc>
              <a:defRPr sz="1700">
                <a:solidFill>
                  <a:srgbClr val="5D4E37"/>
                </a:solidFill>
                <a:latin typeface="Microsoft YaHei"/>
              </a:defRPr>
            </a:pPr>
            <a:r>
              <a:t>「慢慢来，比较快」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155680"/>
            <a:ext cx="3474720" cy="237744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720"/>
              </a:lnSpc>
              <a:defRPr sz="1700">
                <a:solidFill>
                  <a:srgbClr val="5D4E37"/>
                </a:solidFill>
                <a:latin typeface="Microsoft YaHei"/>
              </a:defRPr>
            </a:pPr>
            <a:r>
              <a:t>「人生不是竞赛，是体验」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155680"/>
            <a:ext cx="3474720" cy="237744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720"/>
              </a:lnSpc>
              <a:defRPr sz="1700">
                <a:solidFill>
                  <a:srgbClr val="5D4E37"/>
                </a:solidFill>
                <a:latin typeface="Microsoft YaHei"/>
              </a:defRPr>
            </a:pPr>
            <a:r>
              <a:t>「我已经很棒了」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3716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457200"/>
            <a:ext cx="640080" cy="64008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3258800"/>
            <a:ext cx="731520" cy="731520"/>
          </a:xfrm>
          <a:prstGeom prst="ellipse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12801600"/>
            <a:ext cx="1097280" cy="1097280"/>
          </a:xfrm>
          <a:prstGeom prst="ellipse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6400800" cy="914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1">
                <a:solidFill>
                  <a:srgbClr val="2D2D2D"/>
                </a:solidFill>
                <a:latin typeface="Microsoft YaHei"/>
              </a:defRPr>
            </a:pPr>
            <a:r>
              <a:t>🌱 最后想对你说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54864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60"/>
              </a:lnSpc>
              <a:defRPr sz="1800" b="0">
                <a:solidFill>
                  <a:srgbClr val="5D4E37"/>
                </a:solidFill>
                <a:latin typeface="Microsoft YaHei"/>
              </a:defRPr>
            </a:pPr>
            <a:r>
              <a:t>亲爱的东亚人类，</a:t>
            </a:r>
            <a:br/>
            <a:br/>
            <a:r>
              <a:t>你不需要成为「别人家的孩子」</a:t>
            </a:r>
            <a:br/>
            <a:r>
              <a:t>你不需要在30岁之前完成所有事</a:t>
            </a:r>
            <a:br/>
            <a:r>
              <a:t>你不需要永远保持高效和完美</a:t>
            </a:r>
            <a:br/>
            <a:br/>
            <a:r>
              <a:t>你可以慢一点</a:t>
            </a:r>
            <a:br/>
            <a:r>
              <a:t>你可以普通一点</a:t>
            </a:r>
            <a:br/>
            <a:r>
              <a:t>你可以不那么「有用」</a:t>
            </a:r>
            <a:br/>
            <a:br/>
            <a:r>
              <a:t>你存在的意义</a:t>
            </a:r>
            <a:br/>
            <a:r>
              <a:t>不是为了满足所有人的期待</a:t>
            </a:r>
            <a:br/>
            <a:r>
              <a:t>而是为了体验这仅有一次的人生</a:t>
            </a:r>
            <a:br/>
            <a:br/>
            <a:r>
              <a:t>今天开始</a:t>
            </a:r>
            <a:br/>
            <a:r>
              <a:t>允许自己做一个</a:t>
            </a:r>
            <a:br/>
            <a:r>
              <a:t>平静而幸福的普通人 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1828800"/>
            <a:ext cx="1371600" cy="137160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0" y="2286000"/>
            <a:ext cx="914400" cy="91440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11887200"/>
            <a:ext cx="731520" cy="73152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11430000"/>
            <a:ext cx="1097280" cy="1097280"/>
          </a:xfrm>
          <a:prstGeom prst="ellipse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1">
                <a:solidFill>
                  <a:srgbClr val="2E7D32"/>
                </a:solidFill>
                <a:latin typeface="Microsoft YaHei"/>
              </a:defRPr>
            </a:pPr>
            <a:r>
              <a:t>东亚人类反焦虑平静指南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400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defRPr sz="2000" b="0">
                <a:solidFill>
                  <a:srgbClr val="5D4E37"/>
                </a:solidFill>
                <a:latin typeface="Microsoft YaHei"/>
              </a:defRPr>
            </a:pPr>
            <a:r>
              <a:t>愿你平静，愿你自由，愿你幸福 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8229600"/>
            <a:ext cx="4572000" cy="137160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560"/>
              </a:lnSpc>
              <a:defRPr sz="1600">
                <a:solidFill>
                  <a:srgbClr val="5D4E37"/>
                </a:solidFill>
                <a:latin typeface="Microsoft YaHei"/>
              </a:defRPr>
            </a:pPr>
            <a:r>
              <a:t>觉得有用就收藏吧 💛</a:t>
            </a:r>
            <a:br/>
            <a:r>
              <a:t>焦虑的时候拿出来看看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