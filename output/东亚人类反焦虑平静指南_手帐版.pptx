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00" cy="457200"/>
          </a:xfrm>
          <a:prstGeom prst="rect">
            <a:avLst/>
          </a:prstGeom>
          <a:solidFill>
            <a:srgbClr val="FCD5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480000">
            <a:off x="914400" y="1371600"/>
            <a:ext cx="6400800" cy="365760"/>
          </a:xfrm>
          <a:prstGeom prst="rect">
            <a:avLst/>
          </a:prstGeom>
          <a:solidFill>
            <a:srgbClr val="FFF3B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6400800" cy="5486400"/>
          </a:xfrm>
          <a:prstGeom prst="rect">
            <a:avLst/>
          </a:prstGeom>
          <a:solidFill>
            <a:srgbClr val="F0E6D6"/>
          </a:solidFill>
          <a:ln w="1905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4069080"/>
            <a:ext cx="5852160" cy="10160"/>
          </a:xfrm>
          <a:prstGeom prst="rect">
            <a:avLst/>
          </a:prstGeom>
          <a:solidFill>
            <a:srgbClr val="D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4480560"/>
            <a:ext cx="5852160" cy="10160"/>
          </a:xfrm>
          <a:prstGeom prst="rect">
            <a:avLst/>
          </a:prstGeom>
          <a:solidFill>
            <a:srgbClr val="D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4892040"/>
            <a:ext cx="5852160" cy="10160"/>
          </a:xfrm>
          <a:prstGeom prst="rect">
            <a:avLst/>
          </a:prstGeom>
          <a:solidFill>
            <a:srgbClr val="D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5303520"/>
            <a:ext cx="5852160" cy="10160"/>
          </a:xfrm>
          <a:prstGeom prst="rect">
            <a:avLst/>
          </a:prstGeom>
          <a:solidFill>
            <a:srgbClr val="D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5715000"/>
            <a:ext cx="5852160" cy="10160"/>
          </a:xfrm>
          <a:prstGeom prst="rect">
            <a:avLst/>
          </a:prstGeom>
          <a:solidFill>
            <a:srgbClr val="D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6126480"/>
            <a:ext cx="5852160" cy="10160"/>
          </a:xfrm>
          <a:prstGeom prst="rect">
            <a:avLst/>
          </a:prstGeom>
          <a:solidFill>
            <a:srgbClr val="D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6537960"/>
            <a:ext cx="5852160" cy="10160"/>
          </a:xfrm>
          <a:prstGeom prst="rect">
            <a:avLst/>
          </a:prstGeom>
          <a:solidFill>
            <a:srgbClr val="D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6949440"/>
            <a:ext cx="5852160" cy="10160"/>
          </a:xfrm>
          <a:prstGeom prst="rect">
            <a:avLst/>
          </a:prstGeom>
          <a:solidFill>
            <a:srgbClr val="D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0" y="7360920"/>
            <a:ext cx="5852160" cy="10160"/>
          </a:xfrm>
          <a:prstGeom prst="rect">
            <a:avLst/>
          </a:prstGeom>
          <a:solidFill>
            <a:srgbClr val="D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7772400"/>
            <a:ext cx="5852160" cy="10160"/>
          </a:xfrm>
          <a:prstGeom prst="rect">
            <a:avLst/>
          </a:prstGeom>
          <a:solidFill>
            <a:srgbClr val="D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" y="8183880"/>
            <a:ext cx="5852160" cy="10160"/>
          </a:xfrm>
          <a:prstGeom prst="rect">
            <a:avLst/>
          </a:prstGeom>
          <a:solidFill>
            <a:srgbClr val="D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8595360"/>
            <a:ext cx="5852160" cy="10160"/>
          </a:xfrm>
          <a:prstGeom prst="rect">
            <a:avLst/>
          </a:prstGeom>
          <a:solidFill>
            <a:srgbClr val="D0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6576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800"/>
              </a:lnSpc>
              <a:defRPr sz="5200" b="1">
                <a:solidFill>
                  <a:srgbClr val="2C2C2C"/>
                </a:solidFill>
                <a:latin typeface="Microsoft YaHei"/>
              </a:defRPr>
            </a:pPr>
            <a:r>
              <a:t>东亚人类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600"/>
              </a:lnSpc>
              <a:defRPr sz="4400" b="1">
                <a:solidFill>
                  <a:srgbClr val="2E7D32"/>
                </a:solidFill>
                <a:latin typeface="Microsoft YaHei"/>
              </a:defRPr>
            </a:pPr>
            <a:r>
              <a:t>反焦虑平静指南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5836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40"/>
              </a:lnSpc>
              <a:defRPr sz="1800" b="0">
                <a:solidFill>
                  <a:srgbClr val="5D4037"/>
                </a:solidFill>
                <a:latin typeface="Microsoft YaHei"/>
              </a:defRPr>
            </a:pPr>
            <a:r>
              <a:t>如果你也经常觉得「还不够好」</a:t>
            </a:r>
            <a:br/>
            <a:r>
              <a:t>这本手帐是写给你的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7772400"/>
            <a:ext cx="3657600" cy="365760"/>
          </a:xfrm>
          <a:prstGeom prst="rect">
            <a:avLst/>
          </a:prstGeom>
          <a:solidFill>
            <a:srgbClr val="FFF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7680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5D4037"/>
                </a:solidFill>
                <a:latin typeface="Microsoft YaHei"/>
              </a:defRPr>
            </a:pPr>
            <a:r>
              <a:t>🌿 做一个平静的东亚人 🌿</a:t>
            </a:r>
          </a:p>
        </p:txBody>
      </p:sp>
      <p:sp>
        <p:nvSpPr>
          <p:cNvPr id="22" name="Rectangle 21"/>
          <p:cNvSpPr/>
          <p:nvPr/>
        </p:nvSpPr>
        <p:spPr>
          <a:xfrm rot="60000">
            <a:off x="274320" y="9144000"/>
            <a:ext cx="7680960" cy="365760"/>
          </a:xfrm>
          <a:prstGeom prst="rect">
            <a:avLst/>
          </a:prstGeom>
          <a:solidFill>
            <a:srgbClr val="C8E6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3200400"/>
            <a:ext cx="274320" cy="381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200400"/>
            <a:ext cx="38100" cy="27432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3200400"/>
            <a:ext cx="274320" cy="381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3200400"/>
            <a:ext cx="38100" cy="27432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8412480"/>
            <a:ext cx="274320" cy="381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8412480"/>
            <a:ext cx="38100" cy="27432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0" y="8412480"/>
            <a:ext cx="274320" cy="381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75120" y="8412480"/>
            <a:ext cx="38100" cy="27432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defRPr sz="2800" b="0">
                <a:solidFill>
                  <a:srgbClr val="FF80AB"/>
                </a:solidFill>
                <a:latin typeface="Microsoft YaHei"/>
              </a:defRPr>
            </a:pPr>
            <a:r>
              <a:t>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606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defRPr sz="3200" b="0">
                <a:solidFill>
                  <a:srgbClr val="C62828"/>
                </a:solidFill>
                <a:latin typeface="Microsoft YaHei"/>
              </a:defRPr>
            </a:pPr>
            <a:r>
              <a:t>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0">
                <a:solidFill>
                  <a:srgbClr val="2C2C2C"/>
                </a:solidFill>
                <a:latin typeface="Microsoft YaHei"/>
              </a:defRPr>
            </a:pPr>
            <a:r>
              <a:t>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10058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500"/>
              </a:lnSpc>
              <a:defRPr sz="3000" b="0">
                <a:solidFill>
                  <a:srgbClr val="2C2C2C"/>
                </a:solidFill>
                <a:latin typeface="Microsoft YaHei"/>
              </a:defRPr>
            </a:pPr>
            <a:r>
              <a:t>☁️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199" y="9418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2400" b="0">
                <a:solidFill>
                  <a:srgbClr val="FFF176"/>
                </a:solidFill>
                <a:latin typeface="Microsoft YaHei"/>
              </a:defRPr>
            </a:pPr>
            <a:r>
              <a:t>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8912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03504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1872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26464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91056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20240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84832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49424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14016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78608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43200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07792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72384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36976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01568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66160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30752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95344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059936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4528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89120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53712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18304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82896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7488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12080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76672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541264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05856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870448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035040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199632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64224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28816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693408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58000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22592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187184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51776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516368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80960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845552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010144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174736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339328" y="2743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74320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38912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03504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68096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32688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97280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61872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426464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591056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755648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920240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084832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249424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414016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578608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743200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907792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072384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236976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01568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66160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730752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895344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059936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24528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389120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553712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718304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882896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047488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212080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376672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541264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705856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870448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035040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199632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64224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528816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693408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858000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022592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187184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351776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516368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680960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845552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010144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174736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339328" y="4389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274320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38912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03504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68096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32688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97280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261872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426464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591056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755648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920240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084832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249424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414016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578608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743200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2907792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072384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236976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401568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566160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730752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895344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059936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224528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389120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553712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718304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882896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047488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212080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376672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541264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705856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870448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035040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199632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64224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528816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693408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858000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7022592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7187184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7351776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516368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680960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845552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010144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174736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339328" y="6035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274320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38912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03504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68096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32688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97280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261872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426464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591056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755648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920240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084832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2249424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2414016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578608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2743200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2907792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072384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3236976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401568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3566160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730752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3895344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4059936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4224528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4389120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4553712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718304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882896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047488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212080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376672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541264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5705856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5870448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6035040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6199632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6364224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6528816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6693408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6858000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022592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187184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7351776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7516368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7680960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7845552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010144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174736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339328" y="7680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274320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438912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603504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768096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2688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097280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261872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426464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91056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755648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920240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2084832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2249424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2414016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2578608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2743200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2907792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3072384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3236976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3401568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3566160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3730752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3895344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4059936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4224528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4389120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553712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4718304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882896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5047488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212080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376672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5541264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5705856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5870448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6035040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6199632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6364224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528816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693408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6858000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022592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187184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7351776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7516368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7680960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7845552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8010144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8174736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8339328" y="9326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274320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438912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603504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768096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932688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97280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261872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426464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591056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755648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920240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2084832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2249424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2414016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2578608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743200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2907792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3072384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3236976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3401568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3566160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3730752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3895344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4059936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4224528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4389120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4553712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4718304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882896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5047488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212080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376672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5541264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5705856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5870448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6035040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6199632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6364224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6528816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6693408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6858000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7022592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7187184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7351776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7516368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7680960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845552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8010144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8174736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339328" y="10972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74320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438912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603504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768096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932688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097280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261872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426464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591056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755648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920240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084832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249424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414016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578608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743200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907792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3072384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236976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3401568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3566160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3730752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3895344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4059936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4224528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4389120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4553712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4718304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4882896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5047488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5212080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5376672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5541264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5705856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5870448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6035040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6199632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6364224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6528816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6693408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858000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7022592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7187184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7351776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7516368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7680960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7845552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8010144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8174736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8339328" y="12618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74320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438912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603504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68096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32688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1097280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1261872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1426464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1591056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755648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920240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084832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249424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14016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578608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743200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907792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3072384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3236976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3401568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3566160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3730752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895344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4059936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224528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389120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4553712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4718304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4882896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5047488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5212080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5376672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5541264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5705856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5870448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6035040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6199632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6364224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6528816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6693408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6858000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7022592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7187184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7351776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7516368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7680960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7845552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8010144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8174736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8339328" y="14264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4320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38912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603504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768096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932688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1097280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1261872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1426464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1591056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1755648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1920240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084832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249424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414016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578608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43200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7792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3072384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3236976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3401568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3566160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3730752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3895344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4059936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4224528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4389120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4553712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4718304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4882896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5047488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5212080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5376672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541264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705856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5870448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035040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6199632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6364224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6528816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6693408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6858000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7022592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7187184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7351776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7516368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7680960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7845552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8010144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8174736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8339328" y="15910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274320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438912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603504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768096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932688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1097280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1261872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1426464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1591056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1755648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1920240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2084832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2249424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2414016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2578608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2743200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2907792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072384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6976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401568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566160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730752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895344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4059936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4224528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4389120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4553712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4718304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4882896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5047488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5212080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5376672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5541264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5705856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5870448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6035040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6199632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6364224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6528816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6693408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6858000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7022592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7187184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7351776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7516368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7680960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7845552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8010144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8174736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8339328" y="17556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274320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438912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603504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768096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932688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1097280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1261872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1426464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1591056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1755648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1920240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2084832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2249424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2414016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2578608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2743200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2907792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3072384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3236976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3401568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3566160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3730752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3895344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4059936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4224528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4389120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4553712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4718304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4882896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5047488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5212080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5376672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5541264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5705856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5870448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6035040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6199632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6364224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6528816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6693408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6858000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7022592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7187184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7351776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7516368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7680960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7845552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8010144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8174736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8339328" y="19202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274320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438912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603504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768096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xfrm>
            <a:off x="932688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1097280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1261872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1426464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1591056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1755648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1920240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xfrm>
            <a:off x="2084832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2249424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2414016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2578608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2743200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2907792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3072384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3236976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3401568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3566160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3730752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3895344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4059936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4224528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xfrm>
            <a:off x="4389120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4553712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4718304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4882896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5047488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5212080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5376672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5541264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5705856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5870448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6035040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6199632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6364224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6528816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6693408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6858000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7022592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7187184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7351776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7516368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680960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7845552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8010144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8174736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8339328" y="20848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274320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438912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603504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768096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932688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1097280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1261872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1426464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1591056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1755648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1920240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2084832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2249424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2414016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2578608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2743200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2907792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3072384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3236976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401568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3566160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3730752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3895344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4059936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4224528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4389120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4553712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4718304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4882896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5047488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5212080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376672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5541264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5705856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5870448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6035040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6199632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6364224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6528816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6693408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6858000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7022592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7187184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7351776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7516368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7680960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Oval 647"/>
          <p:cNvSpPr/>
          <p:nvPr/>
        </p:nvSpPr>
        <p:spPr>
          <a:xfrm>
            <a:off x="7845552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xfrm>
            <a:off x="8010144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xfrm>
            <a:off x="8174736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xfrm>
            <a:off x="8339328" y="22494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xfrm>
            <a:off x="274320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438912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603504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768096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932688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1097280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1261872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xfrm>
            <a:off x="1426464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xfrm>
            <a:off x="1591056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xfrm>
            <a:off x="1755648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Oval 661"/>
          <p:cNvSpPr/>
          <p:nvPr/>
        </p:nvSpPr>
        <p:spPr>
          <a:xfrm>
            <a:off x="1920240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Oval 662"/>
          <p:cNvSpPr/>
          <p:nvPr/>
        </p:nvSpPr>
        <p:spPr>
          <a:xfrm>
            <a:off x="2084832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xfrm>
            <a:off x="2249424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xfrm>
            <a:off x="2414016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2578608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2743200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xfrm>
            <a:off x="2907792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3072384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3236976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3401568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3566160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3730752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3895344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4059936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4224528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xfrm>
            <a:off x="4389120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4553712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4718304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4882896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5047488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5212080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5376672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5541264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5705856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5870448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6035040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6199632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xfrm>
            <a:off x="6364224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6528816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6693408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xfrm>
            <a:off x="6858000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7022592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7187184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xfrm>
            <a:off x="7351776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7516368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7680960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xfrm>
            <a:off x="7845552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8010144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8174736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xfrm>
            <a:off x="8339328" y="24140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274320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438912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603504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768096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932688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1097280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1261872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1426464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xfrm>
            <a:off x="1591056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1755648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1920240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xfrm>
            <a:off x="2084832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2249424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2414016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Oval 715"/>
          <p:cNvSpPr/>
          <p:nvPr/>
        </p:nvSpPr>
        <p:spPr>
          <a:xfrm>
            <a:off x="2578608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2743200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Oval 717"/>
          <p:cNvSpPr/>
          <p:nvPr/>
        </p:nvSpPr>
        <p:spPr>
          <a:xfrm>
            <a:off x="2907792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xfrm>
            <a:off x="3072384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3236976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3401568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Oval 721"/>
          <p:cNvSpPr/>
          <p:nvPr/>
        </p:nvSpPr>
        <p:spPr>
          <a:xfrm>
            <a:off x="3566160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3730752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xfrm>
            <a:off x="3895344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Oval 724"/>
          <p:cNvSpPr/>
          <p:nvPr/>
        </p:nvSpPr>
        <p:spPr>
          <a:xfrm>
            <a:off x="4059936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4224528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4389120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4553712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4718304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4882896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5047488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5212080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5376672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5541264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5705856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5870448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6035040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6199632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6364224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Oval 739"/>
          <p:cNvSpPr/>
          <p:nvPr/>
        </p:nvSpPr>
        <p:spPr>
          <a:xfrm>
            <a:off x="6528816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6693408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6858000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7022592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7187184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7351776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7516368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7680960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7845552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Oval 748"/>
          <p:cNvSpPr/>
          <p:nvPr/>
        </p:nvSpPr>
        <p:spPr>
          <a:xfrm>
            <a:off x="8010144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8174736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8339328" y="25786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274320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438912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603504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xfrm>
            <a:off x="768096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932688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1097280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1261872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xfrm>
            <a:off x="1426464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1591056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xfrm>
            <a:off x="1755648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xfrm>
            <a:off x="1920240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2084832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xfrm>
            <a:off x="2249424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2414016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2578608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xfrm>
            <a:off x="2743200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2907792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3072384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Oval 769"/>
          <p:cNvSpPr/>
          <p:nvPr/>
        </p:nvSpPr>
        <p:spPr>
          <a:xfrm>
            <a:off x="3236976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3401568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3566160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xfrm>
            <a:off x="3730752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3895344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4059936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Oval 775"/>
          <p:cNvSpPr/>
          <p:nvPr/>
        </p:nvSpPr>
        <p:spPr>
          <a:xfrm>
            <a:off x="4224528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val 776"/>
          <p:cNvSpPr/>
          <p:nvPr/>
        </p:nvSpPr>
        <p:spPr>
          <a:xfrm>
            <a:off x="4389120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4553712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Oval 778"/>
          <p:cNvSpPr/>
          <p:nvPr/>
        </p:nvSpPr>
        <p:spPr>
          <a:xfrm>
            <a:off x="4718304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val 779"/>
          <p:cNvSpPr/>
          <p:nvPr/>
        </p:nvSpPr>
        <p:spPr>
          <a:xfrm>
            <a:off x="4882896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5047488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Oval 781"/>
          <p:cNvSpPr/>
          <p:nvPr/>
        </p:nvSpPr>
        <p:spPr>
          <a:xfrm>
            <a:off x="5212080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Oval 782"/>
          <p:cNvSpPr/>
          <p:nvPr/>
        </p:nvSpPr>
        <p:spPr>
          <a:xfrm>
            <a:off x="5376672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5541264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Oval 784"/>
          <p:cNvSpPr/>
          <p:nvPr/>
        </p:nvSpPr>
        <p:spPr>
          <a:xfrm>
            <a:off x="5705856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Oval 785"/>
          <p:cNvSpPr/>
          <p:nvPr/>
        </p:nvSpPr>
        <p:spPr>
          <a:xfrm>
            <a:off x="5870448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6035040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Oval 787"/>
          <p:cNvSpPr/>
          <p:nvPr/>
        </p:nvSpPr>
        <p:spPr>
          <a:xfrm>
            <a:off x="6199632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xfrm>
            <a:off x="6364224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6528816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Oval 790"/>
          <p:cNvSpPr/>
          <p:nvPr/>
        </p:nvSpPr>
        <p:spPr>
          <a:xfrm>
            <a:off x="6693408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Oval 791"/>
          <p:cNvSpPr/>
          <p:nvPr/>
        </p:nvSpPr>
        <p:spPr>
          <a:xfrm>
            <a:off x="6858000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7022592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Oval 793"/>
          <p:cNvSpPr/>
          <p:nvPr/>
        </p:nvSpPr>
        <p:spPr>
          <a:xfrm>
            <a:off x="7187184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Oval 794"/>
          <p:cNvSpPr/>
          <p:nvPr/>
        </p:nvSpPr>
        <p:spPr>
          <a:xfrm>
            <a:off x="7351776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7516368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Oval 796"/>
          <p:cNvSpPr/>
          <p:nvPr/>
        </p:nvSpPr>
        <p:spPr>
          <a:xfrm>
            <a:off x="7680960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Oval 797"/>
          <p:cNvSpPr/>
          <p:nvPr/>
        </p:nvSpPr>
        <p:spPr>
          <a:xfrm>
            <a:off x="7845552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8010144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Oval 799"/>
          <p:cNvSpPr/>
          <p:nvPr/>
        </p:nvSpPr>
        <p:spPr>
          <a:xfrm>
            <a:off x="8174736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Oval 800"/>
          <p:cNvSpPr/>
          <p:nvPr/>
        </p:nvSpPr>
        <p:spPr>
          <a:xfrm>
            <a:off x="8339328" y="27432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274320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Oval 802"/>
          <p:cNvSpPr/>
          <p:nvPr/>
        </p:nvSpPr>
        <p:spPr>
          <a:xfrm>
            <a:off x="438912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Oval 803"/>
          <p:cNvSpPr/>
          <p:nvPr/>
        </p:nvSpPr>
        <p:spPr>
          <a:xfrm>
            <a:off x="603504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768096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Oval 805"/>
          <p:cNvSpPr/>
          <p:nvPr/>
        </p:nvSpPr>
        <p:spPr>
          <a:xfrm>
            <a:off x="932688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Oval 806"/>
          <p:cNvSpPr/>
          <p:nvPr/>
        </p:nvSpPr>
        <p:spPr>
          <a:xfrm>
            <a:off x="1097280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1261872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Oval 808"/>
          <p:cNvSpPr/>
          <p:nvPr/>
        </p:nvSpPr>
        <p:spPr>
          <a:xfrm>
            <a:off x="1426464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Oval 809"/>
          <p:cNvSpPr/>
          <p:nvPr/>
        </p:nvSpPr>
        <p:spPr>
          <a:xfrm>
            <a:off x="1591056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1755648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Oval 811"/>
          <p:cNvSpPr/>
          <p:nvPr/>
        </p:nvSpPr>
        <p:spPr>
          <a:xfrm>
            <a:off x="1920240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2084832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Oval 813"/>
          <p:cNvSpPr/>
          <p:nvPr/>
        </p:nvSpPr>
        <p:spPr>
          <a:xfrm>
            <a:off x="2249424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Oval 814"/>
          <p:cNvSpPr/>
          <p:nvPr/>
        </p:nvSpPr>
        <p:spPr>
          <a:xfrm>
            <a:off x="2414016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2578608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Oval 816"/>
          <p:cNvSpPr/>
          <p:nvPr/>
        </p:nvSpPr>
        <p:spPr>
          <a:xfrm>
            <a:off x="2743200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Oval 817"/>
          <p:cNvSpPr/>
          <p:nvPr/>
        </p:nvSpPr>
        <p:spPr>
          <a:xfrm>
            <a:off x="2907792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3072384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Oval 819"/>
          <p:cNvSpPr/>
          <p:nvPr/>
        </p:nvSpPr>
        <p:spPr>
          <a:xfrm>
            <a:off x="3236976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Oval 820"/>
          <p:cNvSpPr/>
          <p:nvPr/>
        </p:nvSpPr>
        <p:spPr>
          <a:xfrm>
            <a:off x="3401568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3566160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Oval 822"/>
          <p:cNvSpPr/>
          <p:nvPr/>
        </p:nvSpPr>
        <p:spPr>
          <a:xfrm>
            <a:off x="3730752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Oval 823"/>
          <p:cNvSpPr/>
          <p:nvPr/>
        </p:nvSpPr>
        <p:spPr>
          <a:xfrm>
            <a:off x="3895344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4059936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Oval 825"/>
          <p:cNvSpPr/>
          <p:nvPr/>
        </p:nvSpPr>
        <p:spPr>
          <a:xfrm>
            <a:off x="4224528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Oval 826"/>
          <p:cNvSpPr/>
          <p:nvPr/>
        </p:nvSpPr>
        <p:spPr>
          <a:xfrm>
            <a:off x="4389120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4553712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Oval 828"/>
          <p:cNvSpPr/>
          <p:nvPr/>
        </p:nvSpPr>
        <p:spPr>
          <a:xfrm>
            <a:off x="4718304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Oval 829"/>
          <p:cNvSpPr/>
          <p:nvPr/>
        </p:nvSpPr>
        <p:spPr>
          <a:xfrm>
            <a:off x="4882896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5047488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Oval 831"/>
          <p:cNvSpPr/>
          <p:nvPr/>
        </p:nvSpPr>
        <p:spPr>
          <a:xfrm>
            <a:off x="5212080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Oval 832"/>
          <p:cNvSpPr/>
          <p:nvPr/>
        </p:nvSpPr>
        <p:spPr>
          <a:xfrm>
            <a:off x="5376672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5541264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Oval 834"/>
          <p:cNvSpPr/>
          <p:nvPr/>
        </p:nvSpPr>
        <p:spPr>
          <a:xfrm>
            <a:off x="5705856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Oval 835"/>
          <p:cNvSpPr/>
          <p:nvPr/>
        </p:nvSpPr>
        <p:spPr>
          <a:xfrm>
            <a:off x="5870448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6035040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Oval 837"/>
          <p:cNvSpPr/>
          <p:nvPr/>
        </p:nvSpPr>
        <p:spPr>
          <a:xfrm>
            <a:off x="6199632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Oval 838"/>
          <p:cNvSpPr/>
          <p:nvPr/>
        </p:nvSpPr>
        <p:spPr>
          <a:xfrm>
            <a:off x="6364224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6528816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Oval 840"/>
          <p:cNvSpPr/>
          <p:nvPr/>
        </p:nvSpPr>
        <p:spPr>
          <a:xfrm>
            <a:off x="6693408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Oval 841"/>
          <p:cNvSpPr/>
          <p:nvPr/>
        </p:nvSpPr>
        <p:spPr>
          <a:xfrm>
            <a:off x="6858000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7022592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Oval 843"/>
          <p:cNvSpPr/>
          <p:nvPr/>
        </p:nvSpPr>
        <p:spPr>
          <a:xfrm>
            <a:off x="7187184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Oval 844"/>
          <p:cNvSpPr/>
          <p:nvPr/>
        </p:nvSpPr>
        <p:spPr>
          <a:xfrm>
            <a:off x="7351776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7516368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Oval 846"/>
          <p:cNvSpPr/>
          <p:nvPr/>
        </p:nvSpPr>
        <p:spPr>
          <a:xfrm>
            <a:off x="7680960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Oval 847"/>
          <p:cNvSpPr/>
          <p:nvPr/>
        </p:nvSpPr>
        <p:spPr>
          <a:xfrm>
            <a:off x="7845552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8010144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Oval 849"/>
          <p:cNvSpPr/>
          <p:nvPr/>
        </p:nvSpPr>
        <p:spPr>
          <a:xfrm>
            <a:off x="8174736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Oval 850"/>
          <p:cNvSpPr/>
          <p:nvPr/>
        </p:nvSpPr>
        <p:spPr>
          <a:xfrm>
            <a:off x="8339328" y="29077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274320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Oval 852"/>
          <p:cNvSpPr/>
          <p:nvPr/>
        </p:nvSpPr>
        <p:spPr>
          <a:xfrm>
            <a:off x="438912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Oval 853"/>
          <p:cNvSpPr/>
          <p:nvPr/>
        </p:nvSpPr>
        <p:spPr>
          <a:xfrm>
            <a:off x="603504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Oval 854"/>
          <p:cNvSpPr/>
          <p:nvPr/>
        </p:nvSpPr>
        <p:spPr>
          <a:xfrm>
            <a:off x="768096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Oval 855"/>
          <p:cNvSpPr/>
          <p:nvPr/>
        </p:nvSpPr>
        <p:spPr>
          <a:xfrm>
            <a:off x="932688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Oval 856"/>
          <p:cNvSpPr/>
          <p:nvPr/>
        </p:nvSpPr>
        <p:spPr>
          <a:xfrm>
            <a:off x="1097280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Oval 857"/>
          <p:cNvSpPr/>
          <p:nvPr/>
        </p:nvSpPr>
        <p:spPr>
          <a:xfrm>
            <a:off x="1261872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Oval 858"/>
          <p:cNvSpPr/>
          <p:nvPr/>
        </p:nvSpPr>
        <p:spPr>
          <a:xfrm>
            <a:off x="1426464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Oval 859"/>
          <p:cNvSpPr/>
          <p:nvPr/>
        </p:nvSpPr>
        <p:spPr>
          <a:xfrm>
            <a:off x="1591056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Oval 860"/>
          <p:cNvSpPr/>
          <p:nvPr/>
        </p:nvSpPr>
        <p:spPr>
          <a:xfrm>
            <a:off x="1755648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Oval 861"/>
          <p:cNvSpPr/>
          <p:nvPr/>
        </p:nvSpPr>
        <p:spPr>
          <a:xfrm>
            <a:off x="1920240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Oval 862"/>
          <p:cNvSpPr/>
          <p:nvPr/>
        </p:nvSpPr>
        <p:spPr>
          <a:xfrm>
            <a:off x="2084832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Oval 863"/>
          <p:cNvSpPr/>
          <p:nvPr/>
        </p:nvSpPr>
        <p:spPr>
          <a:xfrm>
            <a:off x="2249424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Oval 864"/>
          <p:cNvSpPr/>
          <p:nvPr/>
        </p:nvSpPr>
        <p:spPr>
          <a:xfrm>
            <a:off x="2414016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Oval 865"/>
          <p:cNvSpPr/>
          <p:nvPr/>
        </p:nvSpPr>
        <p:spPr>
          <a:xfrm>
            <a:off x="2578608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Oval 866"/>
          <p:cNvSpPr/>
          <p:nvPr/>
        </p:nvSpPr>
        <p:spPr>
          <a:xfrm>
            <a:off x="2743200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Oval 867"/>
          <p:cNvSpPr/>
          <p:nvPr/>
        </p:nvSpPr>
        <p:spPr>
          <a:xfrm>
            <a:off x="2907792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Oval 868"/>
          <p:cNvSpPr/>
          <p:nvPr/>
        </p:nvSpPr>
        <p:spPr>
          <a:xfrm>
            <a:off x="3072384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Oval 869"/>
          <p:cNvSpPr/>
          <p:nvPr/>
        </p:nvSpPr>
        <p:spPr>
          <a:xfrm>
            <a:off x="3236976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Oval 870"/>
          <p:cNvSpPr/>
          <p:nvPr/>
        </p:nvSpPr>
        <p:spPr>
          <a:xfrm>
            <a:off x="3401568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Oval 871"/>
          <p:cNvSpPr/>
          <p:nvPr/>
        </p:nvSpPr>
        <p:spPr>
          <a:xfrm>
            <a:off x="3566160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Oval 872"/>
          <p:cNvSpPr/>
          <p:nvPr/>
        </p:nvSpPr>
        <p:spPr>
          <a:xfrm>
            <a:off x="3730752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Oval 873"/>
          <p:cNvSpPr/>
          <p:nvPr/>
        </p:nvSpPr>
        <p:spPr>
          <a:xfrm>
            <a:off x="3895344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Oval 874"/>
          <p:cNvSpPr/>
          <p:nvPr/>
        </p:nvSpPr>
        <p:spPr>
          <a:xfrm>
            <a:off x="4059936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Oval 875"/>
          <p:cNvSpPr/>
          <p:nvPr/>
        </p:nvSpPr>
        <p:spPr>
          <a:xfrm>
            <a:off x="4224528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Oval 876"/>
          <p:cNvSpPr/>
          <p:nvPr/>
        </p:nvSpPr>
        <p:spPr>
          <a:xfrm>
            <a:off x="4389120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Oval 877"/>
          <p:cNvSpPr/>
          <p:nvPr/>
        </p:nvSpPr>
        <p:spPr>
          <a:xfrm>
            <a:off x="4553712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Oval 878"/>
          <p:cNvSpPr/>
          <p:nvPr/>
        </p:nvSpPr>
        <p:spPr>
          <a:xfrm>
            <a:off x="4718304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Oval 879"/>
          <p:cNvSpPr/>
          <p:nvPr/>
        </p:nvSpPr>
        <p:spPr>
          <a:xfrm>
            <a:off x="4882896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Oval 880"/>
          <p:cNvSpPr/>
          <p:nvPr/>
        </p:nvSpPr>
        <p:spPr>
          <a:xfrm>
            <a:off x="5047488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Oval 881"/>
          <p:cNvSpPr/>
          <p:nvPr/>
        </p:nvSpPr>
        <p:spPr>
          <a:xfrm>
            <a:off x="5212080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Oval 882"/>
          <p:cNvSpPr/>
          <p:nvPr/>
        </p:nvSpPr>
        <p:spPr>
          <a:xfrm>
            <a:off x="5376672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Oval 883"/>
          <p:cNvSpPr/>
          <p:nvPr/>
        </p:nvSpPr>
        <p:spPr>
          <a:xfrm>
            <a:off x="5541264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Oval 884"/>
          <p:cNvSpPr/>
          <p:nvPr/>
        </p:nvSpPr>
        <p:spPr>
          <a:xfrm>
            <a:off x="5705856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Oval 885"/>
          <p:cNvSpPr/>
          <p:nvPr/>
        </p:nvSpPr>
        <p:spPr>
          <a:xfrm>
            <a:off x="5870448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Oval 886"/>
          <p:cNvSpPr/>
          <p:nvPr/>
        </p:nvSpPr>
        <p:spPr>
          <a:xfrm>
            <a:off x="6035040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Oval 887"/>
          <p:cNvSpPr/>
          <p:nvPr/>
        </p:nvSpPr>
        <p:spPr>
          <a:xfrm>
            <a:off x="6199632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Oval 888"/>
          <p:cNvSpPr/>
          <p:nvPr/>
        </p:nvSpPr>
        <p:spPr>
          <a:xfrm>
            <a:off x="6364224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Oval 889"/>
          <p:cNvSpPr/>
          <p:nvPr/>
        </p:nvSpPr>
        <p:spPr>
          <a:xfrm>
            <a:off x="6528816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Oval 890"/>
          <p:cNvSpPr/>
          <p:nvPr/>
        </p:nvSpPr>
        <p:spPr>
          <a:xfrm>
            <a:off x="6693408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Oval 891"/>
          <p:cNvSpPr/>
          <p:nvPr/>
        </p:nvSpPr>
        <p:spPr>
          <a:xfrm>
            <a:off x="6858000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Oval 892"/>
          <p:cNvSpPr/>
          <p:nvPr/>
        </p:nvSpPr>
        <p:spPr>
          <a:xfrm>
            <a:off x="7022592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Oval 893"/>
          <p:cNvSpPr/>
          <p:nvPr/>
        </p:nvSpPr>
        <p:spPr>
          <a:xfrm>
            <a:off x="7187184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Oval 894"/>
          <p:cNvSpPr/>
          <p:nvPr/>
        </p:nvSpPr>
        <p:spPr>
          <a:xfrm>
            <a:off x="7351776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Oval 895"/>
          <p:cNvSpPr/>
          <p:nvPr/>
        </p:nvSpPr>
        <p:spPr>
          <a:xfrm>
            <a:off x="7516368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Oval 896"/>
          <p:cNvSpPr/>
          <p:nvPr/>
        </p:nvSpPr>
        <p:spPr>
          <a:xfrm>
            <a:off x="7680960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Oval 897"/>
          <p:cNvSpPr/>
          <p:nvPr/>
        </p:nvSpPr>
        <p:spPr>
          <a:xfrm>
            <a:off x="7845552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Oval 898"/>
          <p:cNvSpPr/>
          <p:nvPr/>
        </p:nvSpPr>
        <p:spPr>
          <a:xfrm>
            <a:off x="8010144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Oval 899"/>
          <p:cNvSpPr/>
          <p:nvPr/>
        </p:nvSpPr>
        <p:spPr>
          <a:xfrm>
            <a:off x="8174736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Oval 900"/>
          <p:cNvSpPr/>
          <p:nvPr/>
        </p:nvSpPr>
        <p:spPr>
          <a:xfrm>
            <a:off x="8339328" y="30723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Oval 901"/>
          <p:cNvSpPr/>
          <p:nvPr/>
        </p:nvSpPr>
        <p:spPr>
          <a:xfrm>
            <a:off x="274320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Oval 902"/>
          <p:cNvSpPr/>
          <p:nvPr/>
        </p:nvSpPr>
        <p:spPr>
          <a:xfrm>
            <a:off x="438912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603504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Oval 904"/>
          <p:cNvSpPr/>
          <p:nvPr/>
        </p:nvSpPr>
        <p:spPr>
          <a:xfrm>
            <a:off x="768096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Oval 905"/>
          <p:cNvSpPr/>
          <p:nvPr/>
        </p:nvSpPr>
        <p:spPr>
          <a:xfrm>
            <a:off x="932688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Oval 906"/>
          <p:cNvSpPr/>
          <p:nvPr/>
        </p:nvSpPr>
        <p:spPr>
          <a:xfrm>
            <a:off x="1097280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Oval 907"/>
          <p:cNvSpPr/>
          <p:nvPr/>
        </p:nvSpPr>
        <p:spPr>
          <a:xfrm>
            <a:off x="1261872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Oval 908"/>
          <p:cNvSpPr/>
          <p:nvPr/>
        </p:nvSpPr>
        <p:spPr>
          <a:xfrm>
            <a:off x="1426464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Oval 909"/>
          <p:cNvSpPr/>
          <p:nvPr/>
        </p:nvSpPr>
        <p:spPr>
          <a:xfrm>
            <a:off x="1591056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1755648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Oval 911"/>
          <p:cNvSpPr/>
          <p:nvPr/>
        </p:nvSpPr>
        <p:spPr>
          <a:xfrm>
            <a:off x="1920240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Oval 912"/>
          <p:cNvSpPr/>
          <p:nvPr/>
        </p:nvSpPr>
        <p:spPr>
          <a:xfrm>
            <a:off x="2084832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Oval 913"/>
          <p:cNvSpPr/>
          <p:nvPr/>
        </p:nvSpPr>
        <p:spPr>
          <a:xfrm>
            <a:off x="2249424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Oval 914"/>
          <p:cNvSpPr/>
          <p:nvPr/>
        </p:nvSpPr>
        <p:spPr>
          <a:xfrm>
            <a:off x="2414016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Oval 915"/>
          <p:cNvSpPr/>
          <p:nvPr/>
        </p:nvSpPr>
        <p:spPr>
          <a:xfrm>
            <a:off x="2578608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Oval 916"/>
          <p:cNvSpPr/>
          <p:nvPr/>
        </p:nvSpPr>
        <p:spPr>
          <a:xfrm>
            <a:off x="2743200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2907792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Oval 918"/>
          <p:cNvSpPr/>
          <p:nvPr/>
        </p:nvSpPr>
        <p:spPr>
          <a:xfrm>
            <a:off x="3072384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Oval 919"/>
          <p:cNvSpPr/>
          <p:nvPr/>
        </p:nvSpPr>
        <p:spPr>
          <a:xfrm>
            <a:off x="3236976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Oval 920"/>
          <p:cNvSpPr/>
          <p:nvPr/>
        </p:nvSpPr>
        <p:spPr>
          <a:xfrm>
            <a:off x="3401568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Oval 921"/>
          <p:cNvSpPr/>
          <p:nvPr/>
        </p:nvSpPr>
        <p:spPr>
          <a:xfrm>
            <a:off x="3566160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Oval 922"/>
          <p:cNvSpPr/>
          <p:nvPr/>
        </p:nvSpPr>
        <p:spPr>
          <a:xfrm>
            <a:off x="3730752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Oval 923"/>
          <p:cNvSpPr/>
          <p:nvPr/>
        </p:nvSpPr>
        <p:spPr>
          <a:xfrm>
            <a:off x="3895344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Oval 924"/>
          <p:cNvSpPr/>
          <p:nvPr/>
        </p:nvSpPr>
        <p:spPr>
          <a:xfrm>
            <a:off x="4059936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Oval 925"/>
          <p:cNvSpPr/>
          <p:nvPr/>
        </p:nvSpPr>
        <p:spPr>
          <a:xfrm>
            <a:off x="4224528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Oval 926"/>
          <p:cNvSpPr/>
          <p:nvPr/>
        </p:nvSpPr>
        <p:spPr>
          <a:xfrm>
            <a:off x="4389120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Oval 927"/>
          <p:cNvSpPr/>
          <p:nvPr/>
        </p:nvSpPr>
        <p:spPr>
          <a:xfrm>
            <a:off x="4553712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Oval 928"/>
          <p:cNvSpPr/>
          <p:nvPr/>
        </p:nvSpPr>
        <p:spPr>
          <a:xfrm>
            <a:off x="4718304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Oval 929"/>
          <p:cNvSpPr/>
          <p:nvPr/>
        </p:nvSpPr>
        <p:spPr>
          <a:xfrm>
            <a:off x="4882896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Oval 930"/>
          <p:cNvSpPr/>
          <p:nvPr/>
        </p:nvSpPr>
        <p:spPr>
          <a:xfrm>
            <a:off x="5047488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Oval 931"/>
          <p:cNvSpPr/>
          <p:nvPr/>
        </p:nvSpPr>
        <p:spPr>
          <a:xfrm>
            <a:off x="5212080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Oval 932"/>
          <p:cNvSpPr/>
          <p:nvPr/>
        </p:nvSpPr>
        <p:spPr>
          <a:xfrm>
            <a:off x="5376672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Oval 933"/>
          <p:cNvSpPr/>
          <p:nvPr/>
        </p:nvSpPr>
        <p:spPr>
          <a:xfrm>
            <a:off x="5541264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Oval 934"/>
          <p:cNvSpPr/>
          <p:nvPr/>
        </p:nvSpPr>
        <p:spPr>
          <a:xfrm>
            <a:off x="5705856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Oval 935"/>
          <p:cNvSpPr/>
          <p:nvPr/>
        </p:nvSpPr>
        <p:spPr>
          <a:xfrm>
            <a:off x="5870448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Oval 936"/>
          <p:cNvSpPr/>
          <p:nvPr/>
        </p:nvSpPr>
        <p:spPr>
          <a:xfrm>
            <a:off x="6035040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Oval 937"/>
          <p:cNvSpPr/>
          <p:nvPr/>
        </p:nvSpPr>
        <p:spPr>
          <a:xfrm>
            <a:off x="6199632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Oval 938"/>
          <p:cNvSpPr/>
          <p:nvPr/>
        </p:nvSpPr>
        <p:spPr>
          <a:xfrm>
            <a:off x="6364224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6528816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6693408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6858000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Oval 942"/>
          <p:cNvSpPr/>
          <p:nvPr/>
        </p:nvSpPr>
        <p:spPr>
          <a:xfrm>
            <a:off x="7022592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Oval 943"/>
          <p:cNvSpPr/>
          <p:nvPr/>
        </p:nvSpPr>
        <p:spPr>
          <a:xfrm>
            <a:off x="7187184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Oval 944"/>
          <p:cNvSpPr/>
          <p:nvPr/>
        </p:nvSpPr>
        <p:spPr>
          <a:xfrm>
            <a:off x="7351776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Oval 945"/>
          <p:cNvSpPr/>
          <p:nvPr/>
        </p:nvSpPr>
        <p:spPr>
          <a:xfrm>
            <a:off x="7516368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Oval 946"/>
          <p:cNvSpPr/>
          <p:nvPr/>
        </p:nvSpPr>
        <p:spPr>
          <a:xfrm>
            <a:off x="7680960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Oval 947"/>
          <p:cNvSpPr/>
          <p:nvPr/>
        </p:nvSpPr>
        <p:spPr>
          <a:xfrm>
            <a:off x="7845552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Oval 948"/>
          <p:cNvSpPr/>
          <p:nvPr/>
        </p:nvSpPr>
        <p:spPr>
          <a:xfrm>
            <a:off x="8010144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Oval 949"/>
          <p:cNvSpPr/>
          <p:nvPr/>
        </p:nvSpPr>
        <p:spPr>
          <a:xfrm>
            <a:off x="8174736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Oval 950"/>
          <p:cNvSpPr/>
          <p:nvPr/>
        </p:nvSpPr>
        <p:spPr>
          <a:xfrm>
            <a:off x="8339328" y="32369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Oval 951"/>
          <p:cNvSpPr/>
          <p:nvPr/>
        </p:nvSpPr>
        <p:spPr>
          <a:xfrm>
            <a:off x="274320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Oval 952"/>
          <p:cNvSpPr/>
          <p:nvPr/>
        </p:nvSpPr>
        <p:spPr>
          <a:xfrm>
            <a:off x="438912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603504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768096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932688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Oval 956"/>
          <p:cNvSpPr/>
          <p:nvPr/>
        </p:nvSpPr>
        <p:spPr>
          <a:xfrm>
            <a:off x="1097280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Oval 957"/>
          <p:cNvSpPr/>
          <p:nvPr/>
        </p:nvSpPr>
        <p:spPr>
          <a:xfrm>
            <a:off x="1261872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Oval 958"/>
          <p:cNvSpPr/>
          <p:nvPr/>
        </p:nvSpPr>
        <p:spPr>
          <a:xfrm>
            <a:off x="1426464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Oval 959"/>
          <p:cNvSpPr/>
          <p:nvPr/>
        </p:nvSpPr>
        <p:spPr>
          <a:xfrm>
            <a:off x="1591056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Oval 960"/>
          <p:cNvSpPr/>
          <p:nvPr/>
        </p:nvSpPr>
        <p:spPr>
          <a:xfrm>
            <a:off x="1755648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Oval 961"/>
          <p:cNvSpPr/>
          <p:nvPr/>
        </p:nvSpPr>
        <p:spPr>
          <a:xfrm>
            <a:off x="1920240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Oval 962"/>
          <p:cNvSpPr/>
          <p:nvPr/>
        </p:nvSpPr>
        <p:spPr>
          <a:xfrm>
            <a:off x="2084832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Oval 963"/>
          <p:cNvSpPr/>
          <p:nvPr/>
        </p:nvSpPr>
        <p:spPr>
          <a:xfrm>
            <a:off x="2249424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Oval 964"/>
          <p:cNvSpPr/>
          <p:nvPr/>
        </p:nvSpPr>
        <p:spPr>
          <a:xfrm>
            <a:off x="2414016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Oval 965"/>
          <p:cNvSpPr/>
          <p:nvPr/>
        </p:nvSpPr>
        <p:spPr>
          <a:xfrm>
            <a:off x="2578608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Oval 966"/>
          <p:cNvSpPr/>
          <p:nvPr/>
        </p:nvSpPr>
        <p:spPr>
          <a:xfrm>
            <a:off x="2743200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2907792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3072384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3236976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Oval 970"/>
          <p:cNvSpPr/>
          <p:nvPr/>
        </p:nvSpPr>
        <p:spPr>
          <a:xfrm>
            <a:off x="3401568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Oval 971"/>
          <p:cNvSpPr/>
          <p:nvPr/>
        </p:nvSpPr>
        <p:spPr>
          <a:xfrm>
            <a:off x="3566160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Oval 972"/>
          <p:cNvSpPr/>
          <p:nvPr/>
        </p:nvSpPr>
        <p:spPr>
          <a:xfrm>
            <a:off x="3730752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Oval 973"/>
          <p:cNvSpPr/>
          <p:nvPr/>
        </p:nvSpPr>
        <p:spPr>
          <a:xfrm>
            <a:off x="3895344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Oval 974"/>
          <p:cNvSpPr/>
          <p:nvPr/>
        </p:nvSpPr>
        <p:spPr>
          <a:xfrm>
            <a:off x="4059936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Oval 975"/>
          <p:cNvSpPr/>
          <p:nvPr/>
        </p:nvSpPr>
        <p:spPr>
          <a:xfrm>
            <a:off x="4224528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Oval 976"/>
          <p:cNvSpPr/>
          <p:nvPr/>
        </p:nvSpPr>
        <p:spPr>
          <a:xfrm>
            <a:off x="4389120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Oval 977"/>
          <p:cNvSpPr/>
          <p:nvPr/>
        </p:nvSpPr>
        <p:spPr>
          <a:xfrm>
            <a:off x="4553712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Oval 978"/>
          <p:cNvSpPr/>
          <p:nvPr/>
        </p:nvSpPr>
        <p:spPr>
          <a:xfrm>
            <a:off x="4718304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Oval 979"/>
          <p:cNvSpPr/>
          <p:nvPr/>
        </p:nvSpPr>
        <p:spPr>
          <a:xfrm>
            <a:off x="4882896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Oval 980"/>
          <p:cNvSpPr/>
          <p:nvPr/>
        </p:nvSpPr>
        <p:spPr>
          <a:xfrm>
            <a:off x="5047488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5212080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5376672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5541264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Oval 984"/>
          <p:cNvSpPr/>
          <p:nvPr/>
        </p:nvSpPr>
        <p:spPr>
          <a:xfrm>
            <a:off x="5705856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Oval 985"/>
          <p:cNvSpPr/>
          <p:nvPr/>
        </p:nvSpPr>
        <p:spPr>
          <a:xfrm>
            <a:off x="5870448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Oval 986"/>
          <p:cNvSpPr/>
          <p:nvPr/>
        </p:nvSpPr>
        <p:spPr>
          <a:xfrm>
            <a:off x="6035040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Oval 987"/>
          <p:cNvSpPr/>
          <p:nvPr/>
        </p:nvSpPr>
        <p:spPr>
          <a:xfrm>
            <a:off x="6199632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Oval 988"/>
          <p:cNvSpPr/>
          <p:nvPr/>
        </p:nvSpPr>
        <p:spPr>
          <a:xfrm>
            <a:off x="6364224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Oval 989"/>
          <p:cNvSpPr/>
          <p:nvPr/>
        </p:nvSpPr>
        <p:spPr>
          <a:xfrm>
            <a:off x="6528816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Oval 990"/>
          <p:cNvSpPr/>
          <p:nvPr/>
        </p:nvSpPr>
        <p:spPr>
          <a:xfrm>
            <a:off x="6693408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Oval 991"/>
          <p:cNvSpPr/>
          <p:nvPr/>
        </p:nvSpPr>
        <p:spPr>
          <a:xfrm>
            <a:off x="6858000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Oval 992"/>
          <p:cNvSpPr/>
          <p:nvPr/>
        </p:nvSpPr>
        <p:spPr>
          <a:xfrm>
            <a:off x="7022592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Oval 993"/>
          <p:cNvSpPr/>
          <p:nvPr/>
        </p:nvSpPr>
        <p:spPr>
          <a:xfrm>
            <a:off x="7187184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Oval 994"/>
          <p:cNvSpPr/>
          <p:nvPr/>
        </p:nvSpPr>
        <p:spPr>
          <a:xfrm>
            <a:off x="7351776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7516368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7680960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7845552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Oval 998"/>
          <p:cNvSpPr/>
          <p:nvPr/>
        </p:nvSpPr>
        <p:spPr>
          <a:xfrm>
            <a:off x="8010144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Oval 999"/>
          <p:cNvSpPr/>
          <p:nvPr/>
        </p:nvSpPr>
        <p:spPr>
          <a:xfrm>
            <a:off x="8174736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Oval 1000"/>
          <p:cNvSpPr/>
          <p:nvPr/>
        </p:nvSpPr>
        <p:spPr>
          <a:xfrm>
            <a:off x="8339328" y="34015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Oval 1001"/>
          <p:cNvSpPr/>
          <p:nvPr/>
        </p:nvSpPr>
        <p:spPr>
          <a:xfrm>
            <a:off x="274320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Oval 1002"/>
          <p:cNvSpPr/>
          <p:nvPr/>
        </p:nvSpPr>
        <p:spPr>
          <a:xfrm>
            <a:off x="438912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Oval 1003"/>
          <p:cNvSpPr/>
          <p:nvPr/>
        </p:nvSpPr>
        <p:spPr>
          <a:xfrm>
            <a:off x="603504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Oval 1004"/>
          <p:cNvSpPr/>
          <p:nvPr/>
        </p:nvSpPr>
        <p:spPr>
          <a:xfrm>
            <a:off x="768096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Oval 1005"/>
          <p:cNvSpPr/>
          <p:nvPr/>
        </p:nvSpPr>
        <p:spPr>
          <a:xfrm>
            <a:off x="932688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Oval 1006"/>
          <p:cNvSpPr/>
          <p:nvPr/>
        </p:nvSpPr>
        <p:spPr>
          <a:xfrm>
            <a:off x="1097280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Oval 1007"/>
          <p:cNvSpPr/>
          <p:nvPr/>
        </p:nvSpPr>
        <p:spPr>
          <a:xfrm>
            <a:off x="1261872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Oval 1008"/>
          <p:cNvSpPr/>
          <p:nvPr/>
        </p:nvSpPr>
        <p:spPr>
          <a:xfrm>
            <a:off x="1426464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1591056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1755648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920240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Oval 1012"/>
          <p:cNvSpPr/>
          <p:nvPr/>
        </p:nvSpPr>
        <p:spPr>
          <a:xfrm>
            <a:off x="2084832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Oval 1013"/>
          <p:cNvSpPr/>
          <p:nvPr/>
        </p:nvSpPr>
        <p:spPr>
          <a:xfrm>
            <a:off x="2249424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Oval 1014"/>
          <p:cNvSpPr/>
          <p:nvPr/>
        </p:nvSpPr>
        <p:spPr>
          <a:xfrm>
            <a:off x="2414016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Oval 1015"/>
          <p:cNvSpPr/>
          <p:nvPr/>
        </p:nvSpPr>
        <p:spPr>
          <a:xfrm>
            <a:off x="2578608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Oval 1016"/>
          <p:cNvSpPr/>
          <p:nvPr/>
        </p:nvSpPr>
        <p:spPr>
          <a:xfrm>
            <a:off x="2743200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Oval 1017"/>
          <p:cNvSpPr/>
          <p:nvPr/>
        </p:nvSpPr>
        <p:spPr>
          <a:xfrm>
            <a:off x="2907792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Oval 1018"/>
          <p:cNvSpPr/>
          <p:nvPr/>
        </p:nvSpPr>
        <p:spPr>
          <a:xfrm>
            <a:off x="3072384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Oval 1019"/>
          <p:cNvSpPr/>
          <p:nvPr/>
        </p:nvSpPr>
        <p:spPr>
          <a:xfrm>
            <a:off x="3236976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Oval 1020"/>
          <p:cNvSpPr/>
          <p:nvPr/>
        </p:nvSpPr>
        <p:spPr>
          <a:xfrm>
            <a:off x="3401568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Oval 1021"/>
          <p:cNvSpPr/>
          <p:nvPr/>
        </p:nvSpPr>
        <p:spPr>
          <a:xfrm>
            <a:off x="3566160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Oval 1022"/>
          <p:cNvSpPr/>
          <p:nvPr/>
        </p:nvSpPr>
        <p:spPr>
          <a:xfrm>
            <a:off x="3730752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3895344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4059936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4224528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Oval 1026"/>
          <p:cNvSpPr/>
          <p:nvPr/>
        </p:nvSpPr>
        <p:spPr>
          <a:xfrm>
            <a:off x="4389120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Oval 1027"/>
          <p:cNvSpPr/>
          <p:nvPr/>
        </p:nvSpPr>
        <p:spPr>
          <a:xfrm>
            <a:off x="4553712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Oval 1028"/>
          <p:cNvSpPr/>
          <p:nvPr/>
        </p:nvSpPr>
        <p:spPr>
          <a:xfrm>
            <a:off x="4718304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Oval 1029"/>
          <p:cNvSpPr/>
          <p:nvPr/>
        </p:nvSpPr>
        <p:spPr>
          <a:xfrm>
            <a:off x="4882896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Oval 1030"/>
          <p:cNvSpPr/>
          <p:nvPr/>
        </p:nvSpPr>
        <p:spPr>
          <a:xfrm>
            <a:off x="5047488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Oval 1031"/>
          <p:cNvSpPr/>
          <p:nvPr/>
        </p:nvSpPr>
        <p:spPr>
          <a:xfrm>
            <a:off x="5212080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Oval 1032"/>
          <p:cNvSpPr/>
          <p:nvPr/>
        </p:nvSpPr>
        <p:spPr>
          <a:xfrm>
            <a:off x="5376672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xfrm>
            <a:off x="5541264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Oval 1034"/>
          <p:cNvSpPr/>
          <p:nvPr/>
        </p:nvSpPr>
        <p:spPr>
          <a:xfrm>
            <a:off x="5705856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Oval 1035"/>
          <p:cNvSpPr/>
          <p:nvPr/>
        </p:nvSpPr>
        <p:spPr>
          <a:xfrm>
            <a:off x="5870448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Oval 1036"/>
          <p:cNvSpPr/>
          <p:nvPr/>
        </p:nvSpPr>
        <p:spPr>
          <a:xfrm>
            <a:off x="6035040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6199632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6364224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6528816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Oval 1040"/>
          <p:cNvSpPr/>
          <p:nvPr/>
        </p:nvSpPr>
        <p:spPr>
          <a:xfrm>
            <a:off x="6693408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Oval 1041"/>
          <p:cNvSpPr/>
          <p:nvPr/>
        </p:nvSpPr>
        <p:spPr>
          <a:xfrm>
            <a:off x="6858000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Oval 1042"/>
          <p:cNvSpPr/>
          <p:nvPr/>
        </p:nvSpPr>
        <p:spPr>
          <a:xfrm>
            <a:off x="7022592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Oval 1043"/>
          <p:cNvSpPr/>
          <p:nvPr/>
        </p:nvSpPr>
        <p:spPr>
          <a:xfrm>
            <a:off x="7187184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Oval 1044"/>
          <p:cNvSpPr/>
          <p:nvPr/>
        </p:nvSpPr>
        <p:spPr>
          <a:xfrm>
            <a:off x="7351776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Oval 1045"/>
          <p:cNvSpPr/>
          <p:nvPr/>
        </p:nvSpPr>
        <p:spPr>
          <a:xfrm>
            <a:off x="7516368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Oval 1046"/>
          <p:cNvSpPr/>
          <p:nvPr/>
        </p:nvSpPr>
        <p:spPr>
          <a:xfrm>
            <a:off x="7680960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Oval 1047"/>
          <p:cNvSpPr/>
          <p:nvPr/>
        </p:nvSpPr>
        <p:spPr>
          <a:xfrm>
            <a:off x="7845552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Oval 1048"/>
          <p:cNvSpPr/>
          <p:nvPr/>
        </p:nvSpPr>
        <p:spPr>
          <a:xfrm>
            <a:off x="8010144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Oval 1049"/>
          <p:cNvSpPr/>
          <p:nvPr/>
        </p:nvSpPr>
        <p:spPr>
          <a:xfrm>
            <a:off x="8174736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Oval 1050"/>
          <p:cNvSpPr/>
          <p:nvPr/>
        </p:nvSpPr>
        <p:spPr>
          <a:xfrm>
            <a:off x="8339328" y="35661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274320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438912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603504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Oval 1054"/>
          <p:cNvSpPr/>
          <p:nvPr/>
        </p:nvSpPr>
        <p:spPr>
          <a:xfrm>
            <a:off x="768096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Oval 1055"/>
          <p:cNvSpPr/>
          <p:nvPr/>
        </p:nvSpPr>
        <p:spPr>
          <a:xfrm>
            <a:off x="932688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Oval 1056"/>
          <p:cNvSpPr/>
          <p:nvPr/>
        </p:nvSpPr>
        <p:spPr>
          <a:xfrm>
            <a:off x="1097280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Oval 1057"/>
          <p:cNvSpPr/>
          <p:nvPr/>
        </p:nvSpPr>
        <p:spPr>
          <a:xfrm>
            <a:off x="1261872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Oval 1058"/>
          <p:cNvSpPr/>
          <p:nvPr/>
        </p:nvSpPr>
        <p:spPr>
          <a:xfrm>
            <a:off x="1426464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Oval 1059"/>
          <p:cNvSpPr/>
          <p:nvPr/>
        </p:nvSpPr>
        <p:spPr>
          <a:xfrm>
            <a:off x="1591056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Oval 1060"/>
          <p:cNvSpPr/>
          <p:nvPr/>
        </p:nvSpPr>
        <p:spPr>
          <a:xfrm>
            <a:off x="1755648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Oval 1061"/>
          <p:cNvSpPr/>
          <p:nvPr/>
        </p:nvSpPr>
        <p:spPr>
          <a:xfrm>
            <a:off x="1920240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Oval 1062"/>
          <p:cNvSpPr/>
          <p:nvPr/>
        </p:nvSpPr>
        <p:spPr>
          <a:xfrm>
            <a:off x="2084832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Oval 1063"/>
          <p:cNvSpPr/>
          <p:nvPr/>
        </p:nvSpPr>
        <p:spPr>
          <a:xfrm>
            <a:off x="2249424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Oval 1064"/>
          <p:cNvSpPr/>
          <p:nvPr/>
        </p:nvSpPr>
        <p:spPr>
          <a:xfrm>
            <a:off x="2414016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2578608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2743200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2907792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Oval 1068"/>
          <p:cNvSpPr/>
          <p:nvPr/>
        </p:nvSpPr>
        <p:spPr>
          <a:xfrm>
            <a:off x="3072384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Oval 1069"/>
          <p:cNvSpPr/>
          <p:nvPr/>
        </p:nvSpPr>
        <p:spPr>
          <a:xfrm>
            <a:off x="3236976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Oval 1070"/>
          <p:cNvSpPr/>
          <p:nvPr/>
        </p:nvSpPr>
        <p:spPr>
          <a:xfrm>
            <a:off x="3401568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Oval 1071"/>
          <p:cNvSpPr/>
          <p:nvPr/>
        </p:nvSpPr>
        <p:spPr>
          <a:xfrm>
            <a:off x="3566160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Oval 1072"/>
          <p:cNvSpPr/>
          <p:nvPr/>
        </p:nvSpPr>
        <p:spPr>
          <a:xfrm>
            <a:off x="3730752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Oval 1073"/>
          <p:cNvSpPr/>
          <p:nvPr/>
        </p:nvSpPr>
        <p:spPr>
          <a:xfrm>
            <a:off x="3895344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Oval 1074"/>
          <p:cNvSpPr/>
          <p:nvPr/>
        </p:nvSpPr>
        <p:spPr>
          <a:xfrm>
            <a:off x="4059936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Oval 1075"/>
          <p:cNvSpPr/>
          <p:nvPr/>
        </p:nvSpPr>
        <p:spPr>
          <a:xfrm>
            <a:off x="4224528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Oval 1076"/>
          <p:cNvSpPr/>
          <p:nvPr/>
        </p:nvSpPr>
        <p:spPr>
          <a:xfrm>
            <a:off x="4389120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Oval 1077"/>
          <p:cNvSpPr/>
          <p:nvPr/>
        </p:nvSpPr>
        <p:spPr>
          <a:xfrm>
            <a:off x="4553712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Oval 1078"/>
          <p:cNvSpPr/>
          <p:nvPr/>
        </p:nvSpPr>
        <p:spPr>
          <a:xfrm>
            <a:off x="4718304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Oval 1079"/>
          <p:cNvSpPr/>
          <p:nvPr/>
        </p:nvSpPr>
        <p:spPr>
          <a:xfrm>
            <a:off x="4882896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Oval 1080"/>
          <p:cNvSpPr/>
          <p:nvPr/>
        </p:nvSpPr>
        <p:spPr>
          <a:xfrm>
            <a:off x="5047488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Oval 1081"/>
          <p:cNvSpPr/>
          <p:nvPr/>
        </p:nvSpPr>
        <p:spPr>
          <a:xfrm>
            <a:off x="5212080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Oval 1082"/>
          <p:cNvSpPr/>
          <p:nvPr/>
        </p:nvSpPr>
        <p:spPr>
          <a:xfrm>
            <a:off x="5376672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Oval 1083"/>
          <p:cNvSpPr/>
          <p:nvPr/>
        </p:nvSpPr>
        <p:spPr>
          <a:xfrm>
            <a:off x="5541264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Oval 1084"/>
          <p:cNvSpPr/>
          <p:nvPr/>
        </p:nvSpPr>
        <p:spPr>
          <a:xfrm>
            <a:off x="5705856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Oval 1085"/>
          <p:cNvSpPr/>
          <p:nvPr/>
        </p:nvSpPr>
        <p:spPr>
          <a:xfrm>
            <a:off x="5870448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Oval 1086"/>
          <p:cNvSpPr/>
          <p:nvPr/>
        </p:nvSpPr>
        <p:spPr>
          <a:xfrm>
            <a:off x="6035040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Oval 1087"/>
          <p:cNvSpPr/>
          <p:nvPr/>
        </p:nvSpPr>
        <p:spPr>
          <a:xfrm>
            <a:off x="6199632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Oval 1088"/>
          <p:cNvSpPr/>
          <p:nvPr/>
        </p:nvSpPr>
        <p:spPr>
          <a:xfrm>
            <a:off x="6364224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Oval 1089"/>
          <p:cNvSpPr/>
          <p:nvPr/>
        </p:nvSpPr>
        <p:spPr>
          <a:xfrm>
            <a:off x="6528816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Oval 1090"/>
          <p:cNvSpPr/>
          <p:nvPr/>
        </p:nvSpPr>
        <p:spPr>
          <a:xfrm>
            <a:off x="6693408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Oval 1091"/>
          <p:cNvSpPr/>
          <p:nvPr/>
        </p:nvSpPr>
        <p:spPr>
          <a:xfrm>
            <a:off x="6858000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Oval 1092"/>
          <p:cNvSpPr/>
          <p:nvPr/>
        </p:nvSpPr>
        <p:spPr>
          <a:xfrm>
            <a:off x="7022592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Oval 1093"/>
          <p:cNvSpPr/>
          <p:nvPr/>
        </p:nvSpPr>
        <p:spPr>
          <a:xfrm>
            <a:off x="7187184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Oval 1094"/>
          <p:cNvSpPr/>
          <p:nvPr/>
        </p:nvSpPr>
        <p:spPr>
          <a:xfrm>
            <a:off x="7351776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Oval 1095"/>
          <p:cNvSpPr/>
          <p:nvPr/>
        </p:nvSpPr>
        <p:spPr>
          <a:xfrm>
            <a:off x="7516368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Oval 1096"/>
          <p:cNvSpPr/>
          <p:nvPr/>
        </p:nvSpPr>
        <p:spPr>
          <a:xfrm>
            <a:off x="7680960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Oval 1097"/>
          <p:cNvSpPr/>
          <p:nvPr/>
        </p:nvSpPr>
        <p:spPr>
          <a:xfrm>
            <a:off x="7845552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Oval 1098"/>
          <p:cNvSpPr/>
          <p:nvPr/>
        </p:nvSpPr>
        <p:spPr>
          <a:xfrm>
            <a:off x="8010144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Oval 1099"/>
          <p:cNvSpPr/>
          <p:nvPr/>
        </p:nvSpPr>
        <p:spPr>
          <a:xfrm>
            <a:off x="8174736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Oval 1100"/>
          <p:cNvSpPr/>
          <p:nvPr/>
        </p:nvSpPr>
        <p:spPr>
          <a:xfrm>
            <a:off x="8339328" y="37307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Oval 1101"/>
          <p:cNvSpPr/>
          <p:nvPr/>
        </p:nvSpPr>
        <p:spPr>
          <a:xfrm>
            <a:off x="274320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Oval 1102"/>
          <p:cNvSpPr/>
          <p:nvPr/>
        </p:nvSpPr>
        <p:spPr>
          <a:xfrm>
            <a:off x="438912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Oval 1103"/>
          <p:cNvSpPr/>
          <p:nvPr/>
        </p:nvSpPr>
        <p:spPr>
          <a:xfrm>
            <a:off x="603504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Oval 1104"/>
          <p:cNvSpPr/>
          <p:nvPr/>
        </p:nvSpPr>
        <p:spPr>
          <a:xfrm>
            <a:off x="768096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Oval 1105"/>
          <p:cNvSpPr/>
          <p:nvPr/>
        </p:nvSpPr>
        <p:spPr>
          <a:xfrm>
            <a:off x="932688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Oval 1106"/>
          <p:cNvSpPr/>
          <p:nvPr/>
        </p:nvSpPr>
        <p:spPr>
          <a:xfrm>
            <a:off x="1097280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Oval 1107"/>
          <p:cNvSpPr/>
          <p:nvPr/>
        </p:nvSpPr>
        <p:spPr>
          <a:xfrm>
            <a:off x="1261872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Oval 1108"/>
          <p:cNvSpPr/>
          <p:nvPr/>
        </p:nvSpPr>
        <p:spPr>
          <a:xfrm>
            <a:off x="1426464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Oval 1109"/>
          <p:cNvSpPr/>
          <p:nvPr/>
        </p:nvSpPr>
        <p:spPr>
          <a:xfrm>
            <a:off x="1591056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Oval 1110"/>
          <p:cNvSpPr/>
          <p:nvPr/>
        </p:nvSpPr>
        <p:spPr>
          <a:xfrm>
            <a:off x="1755648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Oval 1111"/>
          <p:cNvSpPr/>
          <p:nvPr/>
        </p:nvSpPr>
        <p:spPr>
          <a:xfrm>
            <a:off x="1920240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Oval 1112"/>
          <p:cNvSpPr/>
          <p:nvPr/>
        </p:nvSpPr>
        <p:spPr>
          <a:xfrm>
            <a:off x="2084832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Oval 1113"/>
          <p:cNvSpPr/>
          <p:nvPr/>
        </p:nvSpPr>
        <p:spPr>
          <a:xfrm>
            <a:off x="2249424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Oval 1114"/>
          <p:cNvSpPr/>
          <p:nvPr/>
        </p:nvSpPr>
        <p:spPr>
          <a:xfrm>
            <a:off x="2414016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Oval 1115"/>
          <p:cNvSpPr/>
          <p:nvPr/>
        </p:nvSpPr>
        <p:spPr>
          <a:xfrm>
            <a:off x="2578608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Oval 1116"/>
          <p:cNvSpPr/>
          <p:nvPr/>
        </p:nvSpPr>
        <p:spPr>
          <a:xfrm>
            <a:off x="2743200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Oval 1117"/>
          <p:cNvSpPr/>
          <p:nvPr/>
        </p:nvSpPr>
        <p:spPr>
          <a:xfrm>
            <a:off x="2907792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Oval 1118"/>
          <p:cNvSpPr/>
          <p:nvPr/>
        </p:nvSpPr>
        <p:spPr>
          <a:xfrm>
            <a:off x="3072384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Oval 1119"/>
          <p:cNvSpPr/>
          <p:nvPr/>
        </p:nvSpPr>
        <p:spPr>
          <a:xfrm>
            <a:off x="3236976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Oval 1120"/>
          <p:cNvSpPr/>
          <p:nvPr/>
        </p:nvSpPr>
        <p:spPr>
          <a:xfrm>
            <a:off x="3401568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Oval 1121"/>
          <p:cNvSpPr/>
          <p:nvPr/>
        </p:nvSpPr>
        <p:spPr>
          <a:xfrm>
            <a:off x="3566160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Oval 1122"/>
          <p:cNvSpPr/>
          <p:nvPr/>
        </p:nvSpPr>
        <p:spPr>
          <a:xfrm>
            <a:off x="3730752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Oval 1123"/>
          <p:cNvSpPr/>
          <p:nvPr/>
        </p:nvSpPr>
        <p:spPr>
          <a:xfrm>
            <a:off x="3895344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Oval 1124"/>
          <p:cNvSpPr/>
          <p:nvPr/>
        </p:nvSpPr>
        <p:spPr>
          <a:xfrm>
            <a:off x="4059936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Oval 1125"/>
          <p:cNvSpPr/>
          <p:nvPr/>
        </p:nvSpPr>
        <p:spPr>
          <a:xfrm>
            <a:off x="4224528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Oval 1126"/>
          <p:cNvSpPr/>
          <p:nvPr/>
        </p:nvSpPr>
        <p:spPr>
          <a:xfrm>
            <a:off x="4389120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Oval 1127"/>
          <p:cNvSpPr/>
          <p:nvPr/>
        </p:nvSpPr>
        <p:spPr>
          <a:xfrm>
            <a:off x="4553712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Oval 1128"/>
          <p:cNvSpPr/>
          <p:nvPr/>
        </p:nvSpPr>
        <p:spPr>
          <a:xfrm>
            <a:off x="4718304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Oval 1129"/>
          <p:cNvSpPr/>
          <p:nvPr/>
        </p:nvSpPr>
        <p:spPr>
          <a:xfrm>
            <a:off x="4882896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Oval 1130"/>
          <p:cNvSpPr/>
          <p:nvPr/>
        </p:nvSpPr>
        <p:spPr>
          <a:xfrm>
            <a:off x="5047488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Oval 1131"/>
          <p:cNvSpPr/>
          <p:nvPr/>
        </p:nvSpPr>
        <p:spPr>
          <a:xfrm>
            <a:off x="5212080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Oval 1132"/>
          <p:cNvSpPr/>
          <p:nvPr/>
        </p:nvSpPr>
        <p:spPr>
          <a:xfrm>
            <a:off x="5376672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Oval 1133"/>
          <p:cNvSpPr/>
          <p:nvPr/>
        </p:nvSpPr>
        <p:spPr>
          <a:xfrm>
            <a:off x="5541264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Oval 1134"/>
          <p:cNvSpPr/>
          <p:nvPr/>
        </p:nvSpPr>
        <p:spPr>
          <a:xfrm>
            <a:off x="5705856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Oval 1135"/>
          <p:cNvSpPr/>
          <p:nvPr/>
        </p:nvSpPr>
        <p:spPr>
          <a:xfrm>
            <a:off x="5870448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Oval 1136"/>
          <p:cNvSpPr/>
          <p:nvPr/>
        </p:nvSpPr>
        <p:spPr>
          <a:xfrm>
            <a:off x="6035040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Oval 1137"/>
          <p:cNvSpPr/>
          <p:nvPr/>
        </p:nvSpPr>
        <p:spPr>
          <a:xfrm>
            <a:off x="6199632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Oval 1138"/>
          <p:cNvSpPr/>
          <p:nvPr/>
        </p:nvSpPr>
        <p:spPr>
          <a:xfrm>
            <a:off x="6364224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Oval 1139"/>
          <p:cNvSpPr/>
          <p:nvPr/>
        </p:nvSpPr>
        <p:spPr>
          <a:xfrm>
            <a:off x="6528816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Oval 1140"/>
          <p:cNvSpPr/>
          <p:nvPr/>
        </p:nvSpPr>
        <p:spPr>
          <a:xfrm>
            <a:off x="6693408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Oval 1141"/>
          <p:cNvSpPr/>
          <p:nvPr/>
        </p:nvSpPr>
        <p:spPr>
          <a:xfrm>
            <a:off x="6858000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Oval 1142"/>
          <p:cNvSpPr/>
          <p:nvPr/>
        </p:nvSpPr>
        <p:spPr>
          <a:xfrm>
            <a:off x="7022592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Oval 1143"/>
          <p:cNvSpPr/>
          <p:nvPr/>
        </p:nvSpPr>
        <p:spPr>
          <a:xfrm>
            <a:off x="7187184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Oval 1144"/>
          <p:cNvSpPr/>
          <p:nvPr/>
        </p:nvSpPr>
        <p:spPr>
          <a:xfrm>
            <a:off x="7351776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Oval 1145"/>
          <p:cNvSpPr/>
          <p:nvPr/>
        </p:nvSpPr>
        <p:spPr>
          <a:xfrm>
            <a:off x="7516368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Oval 1146"/>
          <p:cNvSpPr/>
          <p:nvPr/>
        </p:nvSpPr>
        <p:spPr>
          <a:xfrm>
            <a:off x="7680960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Oval 1147"/>
          <p:cNvSpPr/>
          <p:nvPr/>
        </p:nvSpPr>
        <p:spPr>
          <a:xfrm>
            <a:off x="7845552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Oval 1148"/>
          <p:cNvSpPr/>
          <p:nvPr/>
        </p:nvSpPr>
        <p:spPr>
          <a:xfrm>
            <a:off x="8010144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Oval 1149"/>
          <p:cNvSpPr/>
          <p:nvPr/>
        </p:nvSpPr>
        <p:spPr>
          <a:xfrm>
            <a:off x="8174736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Oval 1150"/>
          <p:cNvSpPr/>
          <p:nvPr/>
        </p:nvSpPr>
        <p:spPr>
          <a:xfrm>
            <a:off x="8339328" y="38953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Oval 1151"/>
          <p:cNvSpPr/>
          <p:nvPr/>
        </p:nvSpPr>
        <p:spPr>
          <a:xfrm>
            <a:off x="274320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Oval 1152"/>
          <p:cNvSpPr/>
          <p:nvPr/>
        </p:nvSpPr>
        <p:spPr>
          <a:xfrm>
            <a:off x="438912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Oval 1153"/>
          <p:cNvSpPr/>
          <p:nvPr/>
        </p:nvSpPr>
        <p:spPr>
          <a:xfrm>
            <a:off x="603504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Oval 1154"/>
          <p:cNvSpPr/>
          <p:nvPr/>
        </p:nvSpPr>
        <p:spPr>
          <a:xfrm>
            <a:off x="768096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Oval 1155"/>
          <p:cNvSpPr/>
          <p:nvPr/>
        </p:nvSpPr>
        <p:spPr>
          <a:xfrm>
            <a:off x="932688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Oval 1156"/>
          <p:cNvSpPr/>
          <p:nvPr/>
        </p:nvSpPr>
        <p:spPr>
          <a:xfrm>
            <a:off x="1097280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Oval 1157"/>
          <p:cNvSpPr/>
          <p:nvPr/>
        </p:nvSpPr>
        <p:spPr>
          <a:xfrm>
            <a:off x="1261872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Oval 1158"/>
          <p:cNvSpPr/>
          <p:nvPr/>
        </p:nvSpPr>
        <p:spPr>
          <a:xfrm>
            <a:off x="1426464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Oval 1159"/>
          <p:cNvSpPr/>
          <p:nvPr/>
        </p:nvSpPr>
        <p:spPr>
          <a:xfrm>
            <a:off x="1591056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Oval 1160"/>
          <p:cNvSpPr/>
          <p:nvPr/>
        </p:nvSpPr>
        <p:spPr>
          <a:xfrm>
            <a:off x="1755648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Oval 1161"/>
          <p:cNvSpPr/>
          <p:nvPr/>
        </p:nvSpPr>
        <p:spPr>
          <a:xfrm>
            <a:off x="1920240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Oval 1162"/>
          <p:cNvSpPr/>
          <p:nvPr/>
        </p:nvSpPr>
        <p:spPr>
          <a:xfrm>
            <a:off x="2084832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Oval 1163"/>
          <p:cNvSpPr/>
          <p:nvPr/>
        </p:nvSpPr>
        <p:spPr>
          <a:xfrm>
            <a:off x="2249424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Oval 1164"/>
          <p:cNvSpPr/>
          <p:nvPr/>
        </p:nvSpPr>
        <p:spPr>
          <a:xfrm>
            <a:off x="2414016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Oval 1165"/>
          <p:cNvSpPr/>
          <p:nvPr/>
        </p:nvSpPr>
        <p:spPr>
          <a:xfrm>
            <a:off x="2578608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Oval 1166"/>
          <p:cNvSpPr/>
          <p:nvPr/>
        </p:nvSpPr>
        <p:spPr>
          <a:xfrm>
            <a:off x="2743200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Oval 1167"/>
          <p:cNvSpPr/>
          <p:nvPr/>
        </p:nvSpPr>
        <p:spPr>
          <a:xfrm>
            <a:off x="2907792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Oval 1168"/>
          <p:cNvSpPr/>
          <p:nvPr/>
        </p:nvSpPr>
        <p:spPr>
          <a:xfrm>
            <a:off x="3072384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Oval 1169"/>
          <p:cNvSpPr/>
          <p:nvPr/>
        </p:nvSpPr>
        <p:spPr>
          <a:xfrm>
            <a:off x="3236976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Oval 1170"/>
          <p:cNvSpPr/>
          <p:nvPr/>
        </p:nvSpPr>
        <p:spPr>
          <a:xfrm>
            <a:off x="3401568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Oval 1171"/>
          <p:cNvSpPr/>
          <p:nvPr/>
        </p:nvSpPr>
        <p:spPr>
          <a:xfrm>
            <a:off x="3566160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Oval 1172"/>
          <p:cNvSpPr/>
          <p:nvPr/>
        </p:nvSpPr>
        <p:spPr>
          <a:xfrm>
            <a:off x="3730752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Oval 1173"/>
          <p:cNvSpPr/>
          <p:nvPr/>
        </p:nvSpPr>
        <p:spPr>
          <a:xfrm>
            <a:off x="3895344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Oval 1174"/>
          <p:cNvSpPr/>
          <p:nvPr/>
        </p:nvSpPr>
        <p:spPr>
          <a:xfrm>
            <a:off x="4059936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Oval 1175"/>
          <p:cNvSpPr/>
          <p:nvPr/>
        </p:nvSpPr>
        <p:spPr>
          <a:xfrm>
            <a:off x="4224528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Oval 1176"/>
          <p:cNvSpPr/>
          <p:nvPr/>
        </p:nvSpPr>
        <p:spPr>
          <a:xfrm>
            <a:off x="4389120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Oval 1177"/>
          <p:cNvSpPr/>
          <p:nvPr/>
        </p:nvSpPr>
        <p:spPr>
          <a:xfrm>
            <a:off x="4553712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Oval 1178"/>
          <p:cNvSpPr/>
          <p:nvPr/>
        </p:nvSpPr>
        <p:spPr>
          <a:xfrm>
            <a:off x="4718304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Oval 1179"/>
          <p:cNvSpPr/>
          <p:nvPr/>
        </p:nvSpPr>
        <p:spPr>
          <a:xfrm>
            <a:off x="4882896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Oval 1180"/>
          <p:cNvSpPr/>
          <p:nvPr/>
        </p:nvSpPr>
        <p:spPr>
          <a:xfrm>
            <a:off x="5047488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Oval 1181"/>
          <p:cNvSpPr/>
          <p:nvPr/>
        </p:nvSpPr>
        <p:spPr>
          <a:xfrm>
            <a:off x="5212080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Oval 1182"/>
          <p:cNvSpPr/>
          <p:nvPr/>
        </p:nvSpPr>
        <p:spPr>
          <a:xfrm>
            <a:off x="5376672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Oval 1183"/>
          <p:cNvSpPr/>
          <p:nvPr/>
        </p:nvSpPr>
        <p:spPr>
          <a:xfrm>
            <a:off x="5541264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Oval 1184"/>
          <p:cNvSpPr/>
          <p:nvPr/>
        </p:nvSpPr>
        <p:spPr>
          <a:xfrm>
            <a:off x="5705856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Oval 1185"/>
          <p:cNvSpPr/>
          <p:nvPr/>
        </p:nvSpPr>
        <p:spPr>
          <a:xfrm>
            <a:off x="5870448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Oval 1186"/>
          <p:cNvSpPr/>
          <p:nvPr/>
        </p:nvSpPr>
        <p:spPr>
          <a:xfrm>
            <a:off x="6035040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Oval 1187"/>
          <p:cNvSpPr/>
          <p:nvPr/>
        </p:nvSpPr>
        <p:spPr>
          <a:xfrm>
            <a:off x="6199632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Oval 1188"/>
          <p:cNvSpPr/>
          <p:nvPr/>
        </p:nvSpPr>
        <p:spPr>
          <a:xfrm>
            <a:off x="6364224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Oval 1189"/>
          <p:cNvSpPr/>
          <p:nvPr/>
        </p:nvSpPr>
        <p:spPr>
          <a:xfrm>
            <a:off x="6528816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Oval 1190"/>
          <p:cNvSpPr/>
          <p:nvPr/>
        </p:nvSpPr>
        <p:spPr>
          <a:xfrm>
            <a:off x="6693408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Oval 1191"/>
          <p:cNvSpPr/>
          <p:nvPr/>
        </p:nvSpPr>
        <p:spPr>
          <a:xfrm>
            <a:off x="6858000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Oval 1192"/>
          <p:cNvSpPr/>
          <p:nvPr/>
        </p:nvSpPr>
        <p:spPr>
          <a:xfrm>
            <a:off x="7022592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Oval 1193"/>
          <p:cNvSpPr/>
          <p:nvPr/>
        </p:nvSpPr>
        <p:spPr>
          <a:xfrm>
            <a:off x="7187184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Oval 1194"/>
          <p:cNvSpPr/>
          <p:nvPr/>
        </p:nvSpPr>
        <p:spPr>
          <a:xfrm>
            <a:off x="7351776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Oval 1195"/>
          <p:cNvSpPr/>
          <p:nvPr/>
        </p:nvSpPr>
        <p:spPr>
          <a:xfrm>
            <a:off x="7516368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Oval 1196"/>
          <p:cNvSpPr/>
          <p:nvPr/>
        </p:nvSpPr>
        <p:spPr>
          <a:xfrm>
            <a:off x="7680960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Oval 1197"/>
          <p:cNvSpPr/>
          <p:nvPr/>
        </p:nvSpPr>
        <p:spPr>
          <a:xfrm>
            <a:off x="7845552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Oval 1198"/>
          <p:cNvSpPr/>
          <p:nvPr/>
        </p:nvSpPr>
        <p:spPr>
          <a:xfrm>
            <a:off x="8010144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Oval 1199"/>
          <p:cNvSpPr/>
          <p:nvPr/>
        </p:nvSpPr>
        <p:spPr>
          <a:xfrm>
            <a:off x="8174736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Oval 1200"/>
          <p:cNvSpPr/>
          <p:nvPr/>
        </p:nvSpPr>
        <p:spPr>
          <a:xfrm>
            <a:off x="8339328" y="40599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Oval 1201"/>
          <p:cNvSpPr/>
          <p:nvPr/>
        </p:nvSpPr>
        <p:spPr>
          <a:xfrm>
            <a:off x="274320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Oval 1202"/>
          <p:cNvSpPr/>
          <p:nvPr/>
        </p:nvSpPr>
        <p:spPr>
          <a:xfrm>
            <a:off x="438912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Oval 1203"/>
          <p:cNvSpPr/>
          <p:nvPr/>
        </p:nvSpPr>
        <p:spPr>
          <a:xfrm>
            <a:off x="603504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Oval 1204"/>
          <p:cNvSpPr/>
          <p:nvPr/>
        </p:nvSpPr>
        <p:spPr>
          <a:xfrm>
            <a:off x="768096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Oval 1205"/>
          <p:cNvSpPr/>
          <p:nvPr/>
        </p:nvSpPr>
        <p:spPr>
          <a:xfrm>
            <a:off x="932688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Oval 1206"/>
          <p:cNvSpPr/>
          <p:nvPr/>
        </p:nvSpPr>
        <p:spPr>
          <a:xfrm>
            <a:off x="1097280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Oval 1207"/>
          <p:cNvSpPr/>
          <p:nvPr/>
        </p:nvSpPr>
        <p:spPr>
          <a:xfrm>
            <a:off x="1261872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Oval 1208"/>
          <p:cNvSpPr/>
          <p:nvPr/>
        </p:nvSpPr>
        <p:spPr>
          <a:xfrm>
            <a:off x="1426464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Oval 1209"/>
          <p:cNvSpPr/>
          <p:nvPr/>
        </p:nvSpPr>
        <p:spPr>
          <a:xfrm>
            <a:off x="1591056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Oval 1210"/>
          <p:cNvSpPr/>
          <p:nvPr/>
        </p:nvSpPr>
        <p:spPr>
          <a:xfrm>
            <a:off x="1755648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Oval 1211"/>
          <p:cNvSpPr/>
          <p:nvPr/>
        </p:nvSpPr>
        <p:spPr>
          <a:xfrm>
            <a:off x="1920240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Oval 1212"/>
          <p:cNvSpPr/>
          <p:nvPr/>
        </p:nvSpPr>
        <p:spPr>
          <a:xfrm>
            <a:off x="2084832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Oval 1213"/>
          <p:cNvSpPr/>
          <p:nvPr/>
        </p:nvSpPr>
        <p:spPr>
          <a:xfrm>
            <a:off x="2249424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Oval 1214"/>
          <p:cNvSpPr/>
          <p:nvPr/>
        </p:nvSpPr>
        <p:spPr>
          <a:xfrm>
            <a:off x="2414016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Oval 1215"/>
          <p:cNvSpPr/>
          <p:nvPr/>
        </p:nvSpPr>
        <p:spPr>
          <a:xfrm>
            <a:off x="2578608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Oval 1216"/>
          <p:cNvSpPr/>
          <p:nvPr/>
        </p:nvSpPr>
        <p:spPr>
          <a:xfrm>
            <a:off x="2743200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Oval 1217"/>
          <p:cNvSpPr/>
          <p:nvPr/>
        </p:nvSpPr>
        <p:spPr>
          <a:xfrm>
            <a:off x="2907792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Oval 1218"/>
          <p:cNvSpPr/>
          <p:nvPr/>
        </p:nvSpPr>
        <p:spPr>
          <a:xfrm>
            <a:off x="3072384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Oval 1219"/>
          <p:cNvSpPr/>
          <p:nvPr/>
        </p:nvSpPr>
        <p:spPr>
          <a:xfrm>
            <a:off x="3236976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Oval 1220"/>
          <p:cNvSpPr/>
          <p:nvPr/>
        </p:nvSpPr>
        <p:spPr>
          <a:xfrm>
            <a:off x="3401568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Oval 1221"/>
          <p:cNvSpPr/>
          <p:nvPr/>
        </p:nvSpPr>
        <p:spPr>
          <a:xfrm>
            <a:off x="3566160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Oval 1222"/>
          <p:cNvSpPr/>
          <p:nvPr/>
        </p:nvSpPr>
        <p:spPr>
          <a:xfrm>
            <a:off x="3730752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Oval 1223"/>
          <p:cNvSpPr/>
          <p:nvPr/>
        </p:nvSpPr>
        <p:spPr>
          <a:xfrm>
            <a:off x="3895344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Oval 1224"/>
          <p:cNvSpPr/>
          <p:nvPr/>
        </p:nvSpPr>
        <p:spPr>
          <a:xfrm>
            <a:off x="4059936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Oval 1225"/>
          <p:cNvSpPr/>
          <p:nvPr/>
        </p:nvSpPr>
        <p:spPr>
          <a:xfrm>
            <a:off x="4224528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Oval 1226"/>
          <p:cNvSpPr/>
          <p:nvPr/>
        </p:nvSpPr>
        <p:spPr>
          <a:xfrm>
            <a:off x="4389120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Oval 1227"/>
          <p:cNvSpPr/>
          <p:nvPr/>
        </p:nvSpPr>
        <p:spPr>
          <a:xfrm>
            <a:off x="4553712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Oval 1228"/>
          <p:cNvSpPr/>
          <p:nvPr/>
        </p:nvSpPr>
        <p:spPr>
          <a:xfrm>
            <a:off x="4718304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Oval 1229"/>
          <p:cNvSpPr/>
          <p:nvPr/>
        </p:nvSpPr>
        <p:spPr>
          <a:xfrm>
            <a:off x="4882896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Oval 1230"/>
          <p:cNvSpPr/>
          <p:nvPr/>
        </p:nvSpPr>
        <p:spPr>
          <a:xfrm>
            <a:off x="5047488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Oval 1231"/>
          <p:cNvSpPr/>
          <p:nvPr/>
        </p:nvSpPr>
        <p:spPr>
          <a:xfrm>
            <a:off x="5212080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Oval 1232"/>
          <p:cNvSpPr/>
          <p:nvPr/>
        </p:nvSpPr>
        <p:spPr>
          <a:xfrm>
            <a:off x="5376672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Oval 1233"/>
          <p:cNvSpPr/>
          <p:nvPr/>
        </p:nvSpPr>
        <p:spPr>
          <a:xfrm>
            <a:off x="5541264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Oval 1234"/>
          <p:cNvSpPr/>
          <p:nvPr/>
        </p:nvSpPr>
        <p:spPr>
          <a:xfrm>
            <a:off x="5705856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Oval 1235"/>
          <p:cNvSpPr/>
          <p:nvPr/>
        </p:nvSpPr>
        <p:spPr>
          <a:xfrm>
            <a:off x="5870448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Oval 1236"/>
          <p:cNvSpPr/>
          <p:nvPr/>
        </p:nvSpPr>
        <p:spPr>
          <a:xfrm>
            <a:off x="6035040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Oval 1237"/>
          <p:cNvSpPr/>
          <p:nvPr/>
        </p:nvSpPr>
        <p:spPr>
          <a:xfrm>
            <a:off x="6199632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Oval 1238"/>
          <p:cNvSpPr/>
          <p:nvPr/>
        </p:nvSpPr>
        <p:spPr>
          <a:xfrm>
            <a:off x="6364224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Oval 1239"/>
          <p:cNvSpPr/>
          <p:nvPr/>
        </p:nvSpPr>
        <p:spPr>
          <a:xfrm>
            <a:off x="6528816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Oval 1240"/>
          <p:cNvSpPr/>
          <p:nvPr/>
        </p:nvSpPr>
        <p:spPr>
          <a:xfrm>
            <a:off x="6693408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Oval 1241"/>
          <p:cNvSpPr/>
          <p:nvPr/>
        </p:nvSpPr>
        <p:spPr>
          <a:xfrm>
            <a:off x="6858000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Oval 1242"/>
          <p:cNvSpPr/>
          <p:nvPr/>
        </p:nvSpPr>
        <p:spPr>
          <a:xfrm>
            <a:off x="7022592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Oval 1243"/>
          <p:cNvSpPr/>
          <p:nvPr/>
        </p:nvSpPr>
        <p:spPr>
          <a:xfrm>
            <a:off x="7187184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Oval 1244"/>
          <p:cNvSpPr/>
          <p:nvPr/>
        </p:nvSpPr>
        <p:spPr>
          <a:xfrm>
            <a:off x="7351776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Oval 1245"/>
          <p:cNvSpPr/>
          <p:nvPr/>
        </p:nvSpPr>
        <p:spPr>
          <a:xfrm>
            <a:off x="7516368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Oval 1246"/>
          <p:cNvSpPr/>
          <p:nvPr/>
        </p:nvSpPr>
        <p:spPr>
          <a:xfrm>
            <a:off x="7680960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Oval 1247"/>
          <p:cNvSpPr/>
          <p:nvPr/>
        </p:nvSpPr>
        <p:spPr>
          <a:xfrm>
            <a:off x="7845552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Oval 1248"/>
          <p:cNvSpPr/>
          <p:nvPr/>
        </p:nvSpPr>
        <p:spPr>
          <a:xfrm>
            <a:off x="8010144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Oval 1249"/>
          <p:cNvSpPr/>
          <p:nvPr/>
        </p:nvSpPr>
        <p:spPr>
          <a:xfrm>
            <a:off x="8174736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Oval 1250"/>
          <p:cNvSpPr/>
          <p:nvPr/>
        </p:nvSpPr>
        <p:spPr>
          <a:xfrm>
            <a:off x="8339328" y="42245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Oval 1251"/>
          <p:cNvSpPr/>
          <p:nvPr/>
        </p:nvSpPr>
        <p:spPr>
          <a:xfrm>
            <a:off x="274320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Oval 1252"/>
          <p:cNvSpPr/>
          <p:nvPr/>
        </p:nvSpPr>
        <p:spPr>
          <a:xfrm>
            <a:off x="438912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Oval 1253"/>
          <p:cNvSpPr/>
          <p:nvPr/>
        </p:nvSpPr>
        <p:spPr>
          <a:xfrm>
            <a:off x="603504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Oval 1254"/>
          <p:cNvSpPr/>
          <p:nvPr/>
        </p:nvSpPr>
        <p:spPr>
          <a:xfrm>
            <a:off x="768096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Oval 1255"/>
          <p:cNvSpPr/>
          <p:nvPr/>
        </p:nvSpPr>
        <p:spPr>
          <a:xfrm>
            <a:off x="932688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Oval 1256"/>
          <p:cNvSpPr/>
          <p:nvPr/>
        </p:nvSpPr>
        <p:spPr>
          <a:xfrm>
            <a:off x="1097280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Oval 1257"/>
          <p:cNvSpPr/>
          <p:nvPr/>
        </p:nvSpPr>
        <p:spPr>
          <a:xfrm>
            <a:off x="1261872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Oval 1258"/>
          <p:cNvSpPr/>
          <p:nvPr/>
        </p:nvSpPr>
        <p:spPr>
          <a:xfrm>
            <a:off x="1426464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Oval 1259"/>
          <p:cNvSpPr/>
          <p:nvPr/>
        </p:nvSpPr>
        <p:spPr>
          <a:xfrm>
            <a:off x="1591056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Oval 1260"/>
          <p:cNvSpPr/>
          <p:nvPr/>
        </p:nvSpPr>
        <p:spPr>
          <a:xfrm>
            <a:off x="1755648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Oval 1261"/>
          <p:cNvSpPr/>
          <p:nvPr/>
        </p:nvSpPr>
        <p:spPr>
          <a:xfrm>
            <a:off x="1920240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Oval 1262"/>
          <p:cNvSpPr/>
          <p:nvPr/>
        </p:nvSpPr>
        <p:spPr>
          <a:xfrm>
            <a:off x="2084832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Oval 1263"/>
          <p:cNvSpPr/>
          <p:nvPr/>
        </p:nvSpPr>
        <p:spPr>
          <a:xfrm>
            <a:off x="2249424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Oval 1264"/>
          <p:cNvSpPr/>
          <p:nvPr/>
        </p:nvSpPr>
        <p:spPr>
          <a:xfrm>
            <a:off x="2414016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Oval 1265"/>
          <p:cNvSpPr/>
          <p:nvPr/>
        </p:nvSpPr>
        <p:spPr>
          <a:xfrm>
            <a:off x="2578608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Oval 1266"/>
          <p:cNvSpPr/>
          <p:nvPr/>
        </p:nvSpPr>
        <p:spPr>
          <a:xfrm>
            <a:off x="2743200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Oval 1267"/>
          <p:cNvSpPr/>
          <p:nvPr/>
        </p:nvSpPr>
        <p:spPr>
          <a:xfrm>
            <a:off x="2907792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Oval 1268"/>
          <p:cNvSpPr/>
          <p:nvPr/>
        </p:nvSpPr>
        <p:spPr>
          <a:xfrm>
            <a:off x="3072384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Oval 1269"/>
          <p:cNvSpPr/>
          <p:nvPr/>
        </p:nvSpPr>
        <p:spPr>
          <a:xfrm>
            <a:off x="3236976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Oval 1270"/>
          <p:cNvSpPr/>
          <p:nvPr/>
        </p:nvSpPr>
        <p:spPr>
          <a:xfrm>
            <a:off x="3401568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Oval 1271"/>
          <p:cNvSpPr/>
          <p:nvPr/>
        </p:nvSpPr>
        <p:spPr>
          <a:xfrm>
            <a:off x="3566160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Oval 1272"/>
          <p:cNvSpPr/>
          <p:nvPr/>
        </p:nvSpPr>
        <p:spPr>
          <a:xfrm>
            <a:off x="3730752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Oval 1273"/>
          <p:cNvSpPr/>
          <p:nvPr/>
        </p:nvSpPr>
        <p:spPr>
          <a:xfrm>
            <a:off x="3895344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Oval 1274"/>
          <p:cNvSpPr/>
          <p:nvPr/>
        </p:nvSpPr>
        <p:spPr>
          <a:xfrm>
            <a:off x="4059936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Oval 1275"/>
          <p:cNvSpPr/>
          <p:nvPr/>
        </p:nvSpPr>
        <p:spPr>
          <a:xfrm>
            <a:off x="4224528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Oval 1276"/>
          <p:cNvSpPr/>
          <p:nvPr/>
        </p:nvSpPr>
        <p:spPr>
          <a:xfrm>
            <a:off x="4389120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Oval 1277"/>
          <p:cNvSpPr/>
          <p:nvPr/>
        </p:nvSpPr>
        <p:spPr>
          <a:xfrm>
            <a:off x="4553712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Oval 1278"/>
          <p:cNvSpPr/>
          <p:nvPr/>
        </p:nvSpPr>
        <p:spPr>
          <a:xfrm>
            <a:off x="4718304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Oval 1279"/>
          <p:cNvSpPr/>
          <p:nvPr/>
        </p:nvSpPr>
        <p:spPr>
          <a:xfrm>
            <a:off x="4882896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Oval 1280"/>
          <p:cNvSpPr/>
          <p:nvPr/>
        </p:nvSpPr>
        <p:spPr>
          <a:xfrm>
            <a:off x="5047488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Oval 1281"/>
          <p:cNvSpPr/>
          <p:nvPr/>
        </p:nvSpPr>
        <p:spPr>
          <a:xfrm>
            <a:off x="5212080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Oval 1282"/>
          <p:cNvSpPr/>
          <p:nvPr/>
        </p:nvSpPr>
        <p:spPr>
          <a:xfrm>
            <a:off x="5376672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Oval 1283"/>
          <p:cNvSpPr/>
          <p:nvPr/>
        </p:nvSpPr>
        <p:spPr>
          <a:xfrm>
            <a:off x="5541264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Oval 1284"/>
          <p:cNvSpPr/>
          <p:nvPr/>
        </p:nvSpPr>
        <p:spPr>
          <a:xfrm>
            <a:off x="5705856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Oval 1285"/>
          <p:cNvSpPr/>
          <p:nvPr/>
        </p:nvSpPr>
        <p:spPr>
          <a:xfrm>
            <a:off x="5870448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Oval 1286"/>
          <p:cNvSpPr/>
          <p:nvPr/>
        </p:nvSpPr>
        <p:spPr>
          <a:xfrm>
            <a:off x="6035040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Oval 1287"/>
          <p:cNvSpPr/>
          <p:nvPr/>
        </p:nvSpPr>
        <p:spPr>
          <a:xfrm>
            <a:off x="6199632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Oval 1288"/>
          <p:cNvSpPr/>
          <p:nvPr/>
        </p:nvSpPr>
        <p:spPr>
          <a:xfrm>
            <a:off x="6364224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Oval 1289"/>
          <p:cNvSpPr/>
          <p:nvPr/>
        </p:nvSpPr>
        <p:spPr>
          <a:xfrm>
            <a:off x="6528816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Oval 1290"/>
          <p:cNvSpPr/>
          <p:nvPr/>
        </p:nvSpPr>
        <p:spPr>
          <a:xfrm>
            <a:off x="6693408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Oval 1291"/>
          <p:cNvSpPr/>
          <p:nvPr/>
        </p:nvSpPr>
        <p:spPr>
          <a:xfrm>
            <a:off x="6858000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Oval 1292"/>
          <p:cNvSpPr/>
          <p:nvPr/>
        </p:nvSpPr>
        <p:spPr>
          <a:xfrm>
            <a:off x="7022592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Oval 1293"/>
          <p:cNvSpPr/>
          <p:nvPr/>
        </p:nvSpPr>
        <p:spPr>
          <a:xfrm>
            <a:off x="7187184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Oval 1294"/>
          <p:cNvSpPr/>
          <p:nvPr/>
        </p:nvSpPr>
        <p:spPr>
          <a:xfrm>
            <a:off x="7351776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Oval 1295"/>
          <p:cNvSpPr/>
          <p:nvPr/>
        </p:nvSpPr>
        <p:spPr>
          <a:xfrm>
            <a:off x="7516368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Oval 1296"/>
          <p:cNvSpPr/>
          <p:nvPr/>
        </p:nvSpPr>
        <p:spPr>
          <a:xfrm>
            <a:off x="7680960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Oval 1297"/>
          <p:cNvSpPr/>
          <p:nvPr/>
        </p:nvSpPr>
        <p:spPr>
          <a:xfrm>
            <a:off x="7845552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Oval 1298"/>
          <p:cNvSpPr/>
          <p:nvPr/>
        </p:nvSpPr>
        <p:spPr>
          <a:xfrm>
            <a:off x="8010144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Oval 1299"/>
          <p:cNvSpPr/>
          <p:nvPr/>
        </p:nvSpPr>
        <p:spPr>
          <a:xfrm>
            <a:off x="8174736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Oval 1300"/>
          <p:cNvSpPr/>
          <p:nvPr/>
        </p:nvSpPr>
        <p:spPr>
          <a:xfrm>
            <a:off x="8339328" y="43891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Oval 1301"/>
          <p:cNvSpPr/>
          <p:nvPr/>
        </p:nvSpPr>
        <p:spPr>
          <a:xfrm>
            <a:off x="274320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Oval 1302"/>
          <p:cNvSpPr/>
          <p:nvPr/>
        </p:nvSpPr>
        <p:spPr>
          <a:xfrm>
            <a:off x="438912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Oval 1303"/>
          <p:cNvSpPr/>
          <p:nvPr/>
        </p:nvSpPr>
        <p:spPr>
          <a:xfrm>
            <a:off x="603504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Oval 1304"/>
          <p:cNvSpPr/>
          <p:nvPr/>
        </p:nvSpPr>
        <p:spPr>
          <a:xfrm>
            <a:off x="768096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Oval 1305"/>
          <p:cNvSpPr/>
          <p:nvPr/>
        </p:nvSpPr>
        <p:spPr>
          <a:xfrm>
            <a:off x="932688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Oval 1306"/>
          <p:cNvSpPr/>
          <p:nvPr/>
        </p:nvSpPr>
        <p:spPr>
          <a:xfrm>
            <a:off x="1097280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Oval 1307"/>
          <p:cNvSpPr/>
          <p:nvPr/>
        </p:nvSpPr>
        <p:spPr>
          <a:xfrm>
            <a:off x="1261872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Oval 1308"/>
          <p:cNvSpPr/>
          <p:nvPr/>
        </p:nvSpPr>
        <p:spPr>
          <a:xfrm>
            <a:off x="1426464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Oval 1309"/>
          <p:cNvSpPr/>
          <p:nvPr/>
        </p:nvSpPr>
        <p:spPr>
          <a:xfrm>
            <a:off x="1591056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Oval 1310"/>
          <p:cNvSpPr/>
          <p:nvPr/>
        </p:nvSpPr>
        <p:spPr>
          <a:xfrm>
            <a:off x="1755648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Oval 1311"/>
          <p:cNvSpPr/>
          <p:nvPr/>
        </p:nvSpPr>
        <p:spPr>
          <a:xfrm>
            <a:off x="1920240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Oval 1312"/>
          <p:cNvSpPr/>
          <p:nvPr/>
        </p:nvSpPr>
        <p:spPr>
          <a:xfrm>
            <a:off x="2084832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Oval 1313"/>
          <p:cNvSpPr/>
          <p:nvPr/>
        </p:nvSpPr>
        <p:spPr>
          <a:xfrm>
            <a:off x="2249424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Oval 1314"/>
          <p:cNvSpPr/>
          <p:nvPr/>
        </p:nvSpPr>
        <p:spPr>
          <a:xfrm>
            <a:off x="2414016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Oval 1315"/>
          <p:cNvSpPr/>
          <p:nvPr/>
        </p:nvSpPr>
        <p:spPr>
          <a:xfrm>
            <a:off x="2578608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Oval 1316"/>
          <p:cNvSpPr/>
          <p:nvPr/>
        </p:nvSpPr>
        <p:spPr>
          <a:xfrm>
            <a:off x="2743200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Oval 1317"/>
          <p:cNvSpPr/>
          <p:nvPr/>
        </p:nvSpPr>
        <p:spPr>
          <a:xfrm>
            <a:off x="2907792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Oval 1318"/>
          <p:cNvSpPr/>
          <p:nvPr/>
        </p:nvSpPr>
        <p:spPr>
          <a:xfrm>
            <a:off x="3072384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Oval 1319"/>
          <p:cNvSpPr/>
          <p:nvPr/>
        </p:nvSpPr>
        <p:spPr>
          <a:xfrm>
            <a:off x="3236976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Oval 1320"/>
          <p:cNvSpPr/>
          <p:nvPr/>
        </p:nvSpPr>
        <p:spPr>
          <a:xfrm>
            <a:off x="3401568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Oval 1321"/>
          <p:cNvSpPr/>
          <p:nvPr/>
        </p:nvSpPr>
        <p:spPr>
          <a:xfrm>
            <a:off x="3566160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Oval 1322"/>
          <p:cNvSpPr/>
          <p:nvPr/>
        </p:nvSpPr>
        <p:spPr>
          <a:xfrm>
            <a:off x="3730752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Oval 1323"/>
          <p:cNvSpPr/>
          <p:nvPr/>
        </p:nvSpPr>
        <p:spPr>
          <a:xfrm>
            <a:off x="3895344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Oval 1324"/>
          <p:cNvSpPr/>
          <p:nvPr/>
        </p:nvSpPr>
        <p:spPr>
          <a:xfrm>
            <a:off x="4059936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Oval 1325"/>
          <p:cNvSpPr/>
          <p:nvPr/>
        </p:nvSpPr>
        <p:spPr>
          <a:xfrm>
            <a:off x="4224528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Oval 1326"/>
          <p:cNvSpPr/>
          <p:nvPr/>
        </p:nvSpPr>
        <p:spPr>
          <a:xfrm>
            <a:off x="4389120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Oval 1327"/>
          <p:cNvSpPr/>
          <p:nvPr/>
        </p:nvSpPr>
        <p:spPr>
          <a:xfrm>
            <a:off x="4553712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Oval 1328"/>
          <p:cNvSpPr/>
          <p:nvPr/>
        </p:nvSpPr>
        <p:spPr>
          <a:xfrm>
            <a:off x="4718304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Oval 1329"/>
          <p:cNvSpPr/>
          <p:nvPr/>
        </p:nvSpPr>
        <p:spPr>
          <a:xfrm>
            <a:off x="4882896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Oval 1330"/>
          <p:cNvSpPr/>
          <p:nvPr/>
        </p:nvSpPr>
        <p:spPr>
          <a:xfrm>
            <a:off x="5047488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Oval 1331"/>
          <p:cNvSpPr/>
          <p:nvPr/>
        </p:nvSpPr>
        <p:spPr>
          <a:xfrm>
            <a:off x="5212080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Oval 1332"/>
          <p:cNvSpPr/>
          <p:nvPr/>
        </p:nvSpPr>
        <p:spPr>
          <a:xfrm>
            <a:off x="5376672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Oval 1333"/>
          <p:cNvSpPr/>
          <p:nvPr/>
        </p:nvSpPr>
        <p:spPr>
          <a:xfrm>
            <a:off x="5541264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Oval 1334"/>
          <p:cNvSpPr/>
          <p:nvPr/>
        </p:nvSpPr>
        <p:spPr>
          <a:xfrm>
            <a:off x="5705856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Oval 1335"/>
          <p:cNvSpPr/>
          <p:nvPr/>
        </p:nvSpPr>
        <p:spPr>
          <a:xfrm>
            <a:off x="5870448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Oval 1336"/>
          <p:cNvSpPr/>
          <p:nvPr/>
        </p:nvSpPr>
        <p:spPr>
          <a:xfrm>
            <a:off x="6035040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Oval 1337"/>
          <p:cNvSpPr/>
          <p:nvPr/>
        </p:nvSpPr>
        <p:spPr>
          <a:xfrm>
            <a:off x="6199632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Oval 1338"/>
          <p:cNvSpPr/>
          <p:nvPr/>
        </p:nvSpPr>
        <p:spPr>
          <a:xfrm>
            <a:off x="6364224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Oval 1339"/>
          <p:cNvSpPr/>
          <p:nvPr/>
        </p:nvSpPr>
        <p:spPr>
          <a:xfrm>
            <a:off x="6528816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Oval 1340"/>
          <p:cNvSpPr/>
          <p:nvPr/>
        </p:nvSpPr>
        <p:spPr>
          <a:xfrm>
            <a:off x="6693408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Oval 1341"/>
          <p:cNvSpPr/>
          <p:nvPr/>
        </p:nvSpPr>
        <p:spPr>
          <a:xfrm>
            <a:off x="6858000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Oval 1342"/>
          <p:cNvSpPr/>
          <p:nvPr/>
        </p:nvSpPr>
        <p:spPr>
          <a:xfrm>
            <a:off x="7022592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Oval 1343"/>
          <p:cNvSpPr/>
          <p:nvPr/>
        </p:nvSpPr>
        <p:spPr>
          <a:xfrm>
            <a:off x="7187184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Oval 1344"/>
          <p:cNvSpPr/>
          <p:nvPr/>
        </p:nvSpPr>
        <p:spPr>
          <a:xfrm>
            <a:off x="7351776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Oval 1345"/>
          <p:cNvSpPr/>
          <p:nvPr/>
        </p:nvSpPr>
        <p:spPr>
          <a:xfrm>
            <a:off x="7516368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Oval 1346"/>
          <p:cNvSpPr/>
          <p:nvPr/>
        </p:nvSpPr>
        <p:spPr>
          <a:xfrm>
            <a:off x="7680960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Oval 1347"/>
          <p:cNvSpPr/>
          <p:nvPr/>
        </p:nvSpPr>
        <p:spPr>
          <a:xfrm>
            <a:off x="7845552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Oval 1348"/>
          <p:cNvSpPr/>
          <p:nvPr/>
        </p:nvSpPr>
        <p:spPr>
          <a:xfrm>
            <a:off x="8010144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Oval 1349"/>
          <p:cNvSpPr/>
          <p:nvPr/>
        </p:nvSpPr>
        <p:spPr>
          <a:xfrm>
            <a:off x="8174736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Oval 1350"/>
          <p:cNvSpPr/>
          <p:nvPr/>
        </p:nvSpPr>
        <p:spPr>
          <a:xfrm>
            <a:off x="8339328" y="45537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Oval 1351"/>
          <p:cNvSpPr/>
          <p:nvPr/>
        </p:nvSpPr>
        <p:spPr>
          <a:xfrm>
            <a:off x="274320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Oval 1352"/>
          <p:cNvSpPr/>
          <p:nvPr/>
        </p:nvSpPr>
        <p:spPr>
          <a:xfrm>
            <a:off x="438912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Oval 1353"/>
          <p:cNvSpPr/>
          <p:nvPr/>
        </p:nvSpPr>
        <p:spPr>
          <a:xfrm>
            <a:off x="603504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Oval 1354"/>
          <p:cNvSpPr/>
          <p:nvPr/>
        </p:nvSpPr>
        <p:spPr>
          <a:xfrm>
            <a:off x="768096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Oval 1355"/>
          <p:cNvSpPr/>
          <p:nvPr/>
        </p:nvSpPr>
        <p:spPr>
          <a:xfrm>
            <a:off x="932688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Oval 1356"/>
          <p:cNvSpPr/>
          <p:nvPr/>
        </p:nvSpPr>
        <p:spPr>
          <a:xfrm>
            <a:off x="1097280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Oval 1357"/>
          <p:cNvSpPr/>
          <p:nvPr/>
        </p:nvSpPr>
        <p:spPr>
          <a:xfrm>
            <a:off x="1261872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Oval 1358"/>
          <p:cNvSpPr/>
          <p:nvPr/>
        </p:nvSpPr>
        <p:spPr>
          <a:xfrm>
            <a:off x="1426464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Oval 1359"/>
          <p:cNvSpPr/>
          <p:nvPr/>
        </p:nvSpPr>
        <p:spPr>
          <a:xfrm>
            <a:off x="1591056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Oval 1360"/>
          <p:cNvSpPr/>
          <p:nvPr/>
        </p:nvSpPr>
        <p:spPr>
          <a:xfrm>
            <a:off x="1755648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Oval 1361"/>
          <p:cNvSpPr/>
          <p:nvPr/>
        </p:nvSpPr>
        <p:spPr>
          <a:xfrm>
            <a:off x="1920240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Oval 1362"/>
          <p:cNvSpPr/>
          <p:nvPr/>
        </p:nvSpPr>
        <p:spPr>
          <a:xfrm>
            <a:off x="2084832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Oval 1363"/>
          <p:cNvSpPr/>
          <p:nvPr/>
        </p:nvSpPr>
        <p:spPr>
          <a:xfrm>
            <a:off x="2249424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Oval 1364"/>
          <p:cNvSpPr/>
          <p:nvPr/>
        </p:nvSpPr>
        <p:spPr>
          <a:xfrm>
            <a:off x="2414016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Oval 1365"/>
          <p:cNvSpPr/>
          <p:nvPr/>
        </p:nvSpPr>
        <p:spPr>
          <a:xfrm>
            <a:off x="2578608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Oval 1366"/>
          <p:cNvSpPr/>
          <p:nvPr/>
        </p:nvSpPr>
        <p:spPr>
          <a:xfrm>
            <a:off x="2743200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Oval 1367"/>
          <p:cNvSpPr/>
          <p:nvPr/>
        </p:nvSpPr>
        <p:spPr>
          <a:xfrm>
            <a:off x="2907792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Oval 1368"/>
          <p:cNvSpPr/>
          <p:nvPr/>
        </p:nvSpPr>
        <p:spPr>
          <a:xfrm>
            <a:off x="3072384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Oval 1369"/>
          <p:cNvSpPr/>
          <p:nvPr/>
        </p:nvSpPr>
        <p:spPr>
          <a:xfrm>
            <a:off x="3236976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Oval 1370"/>
          <p:cNvSpPr/>
          <p:nvPr/>
        </p:nvSpPr>
        <p:spPr>
          <a:xfrm>
            <a:off x="3401568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Oval 1371"/>
          <p:cNvSpPr/>
          <p:nvPr/>
        </p:nvSpPr>
        <p:spPr>
          <a:xfrm>
            <a:off x="3566160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Oval 1372"/>
          <p:cNvSpPr/>
          <p:nvPr/>
        </p:nvSpPr>
        <p:spPr>
          <a:xfrm>
            <a:off x="3730752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Oval 1373"/>
          <p:cNvSpPr/>
          <p:nvPr/>
        </p:nvSpPr>
        <p:spPr>
          <a:xfrm>
            <a:off x="3895344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Oval 1374"/>
          <p:cNvSpPr/>
          <p:nvPr/>
        </p:nvSpPr>
        <p:spPr>
          <a:xfrm>
            <a:off x="4059936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Oval 1375"/>
          <p:cNvSpPr/>
          <p:nvPr/>
        </p:nvSpPr>
        <p:spPr>
          <a:xfrm>
            <a:off x="4224528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Oval 1376"/>
          <p:cNvSpPr/>
          <p:nvPr/>
        </p:nvSpPr>
        <p:spPr>
          <a:xfrm>
            <a:off x="4389120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Oval 1377"/>
          <p:cNvSpPr/>
          <p:nvPr/>
        </p:nvSpPr>
        <p:spPr>
          <a:xfrm>
            <a:off x="4553712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Oval 1378"/>
          <p:cNvSpPr/>
          <p:nvPr/>
        </p:nvSpPr>
        <p:spPr>
          <a:xfrm>
            <a:off x="4718304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Oval 1379"/>
          <p:cNvSpPr/>
          <p:nvPr/>
        </p:nvSpPr>
        <p:spPr>
          <a:xfrm>
            <a:off x="4882896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Oval 1380"/>
          <p:cNvSpPr/>
          <p:nvPr/>
        </p:nvSpPr>
        <p:spPr>
          <a:xfrm>
            <a:off x="5047488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Oval 1381"/>
          <p:cNvSpPr/>
          <p:nvPr/>
        </p:nvSpPr>
        <p:spPr>
          <a:xfrm>
            <a:off x="5212080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Oval 1382"/>
          <p:cNvSpPr/>
          <p:nvPr/>
        </p:nvSpPr>
        <p:spPr>
          <a:xfrm>
            <a:off x="5376672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Oval 1383"/>
          <p:cNvSpPr/>
          <p:nvPr/>
        </p:nvSpPr>
        <p:spPr>
          <a:xfrm>
            <a:off x="5541264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Oval 1384"/>
          <p:cNvSpPr/>
          <p:nvPr/>
        </p:nvSpPr>
        <p:spPr>
          <a:xfrm>
            <a:off x="5705856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Oval 1385"/>
          <p:cNvSpPr/>
          <p:nvPr/>
        </p:nvSpPr>
        <p:spPr>
          <a:xfrm>
            <a:off x="5870448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Oval 1386"/>
          <p:cNvSpPr/>
          <p:nvPr/>
        </p:nvSpPr>
        <p:spPr>
          <a:xfrm>
            <a:off x="6035040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Oval 1387"/>
          <p:cNvSpPr/>
          <p:nvPr/>
        </p:nvSpPr>
        <p:spPr>
          <a:xfrm>
            <a:off x="6199632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Oval 1388"/>
          <p:cNvSpPr/>
          <p:nvPr/>
        </p:nvSpPr>
        <p:spPr>
          <a:xfrm>
            <a:off x="6364224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Oval 1389"/>
          <p:cNvSpPr/>
          <p:nvPr/>
        </p:nvSpPr>
        <p:spPr>
          <a:xfrm>
            <a:off x="6528816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Oval 1390"/>
          <p:cNvSpPr/>
          <p:nvPr/>
        </p:nvSpPr>
        <p:spPr>
          <a:xfrm>
            <a:off x="6693408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Oval 1391"/>
          <p:cNvSpPr/>
          <p:nvPr/>
        </p:nvSpPr>
        <p:spPr>
          <a:xfrm>
            <a:off x="6858000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Oval 1392"/>
          <p:cNvSpPr/>
          <p:nvPr/>
        </p:nvSpPr>
        <p:spPr>
          <a:xfrm>
            <a:off x="7022592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Oval 1393"/>
          <p:cNvSpPr/>
          <p:nvPr/>
        </p:nvSpPr>
        <p:spPr>
          <a:xfrm>
            <a:off x="7187184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Oval 1394"/>
          <p:cNvSpPr/>
          <p:nvPr/>
        </p:nvSpPr>
        <p:spPr>
          <a:xfrm>
            <a:off x="7351776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Oval 1395"/>
          <p:cNvSpPr/>
          <p:nvPr/>
        </p:nvSpPr>
        <p:spPr>
          <a:xfrm>
            <a:off x="7516368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Oval 1396"/>
          <p:cNvSpPr/>
          <p:nvPr/>
        </p:nvSpPr>
        <p:spPr>
          <a:xfrm>
            <a:off x="7680960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Oval 1397"/>
          <p:cNvSpPr/>
          <p:nvPr/>
        </p:nvSpPr>
        <p:spPr>
          <a:xfrm>
            <a:off x="7845552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Oval 1398"/>
          <p:cNvSpPr/>
          <p:nvPr/>
        </p:nvSpPr>
        <p:spPr>
          <a:xfrm>
            <a:off x="8010144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Oval 1399"/>
          <p:cNvSpPr/>
          <p:nvPr/>
        </p:nvSpPr>
        <p:spPr>
          <a:xfrm>
            <a:off x="8174736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Oval 1400"/>
          <p:cNvSpPr/>
          <p:nvPr/>
        </p:nvSpPr>
        <p:spPr>
          <a:xfrm>
            <a:off x="8339328" y="47183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Oval 1401"/>
          <p:cNvSpPr/>
          <p:nvPr/>
        </p:nvSpPr>
        <p:spPr>
          <a:xfrm>
            <a:off x="274320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Oval 1402"/>
          <p:cNvSpPr/>
          <p:nvPr/>
        </p:nvSpPr>
        <p:spPr>
          <a:xfrm>
            <a:off x="438912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Oval 1403"/>
          <p:cNvSpPr/>
          <p:nvPr/>
        </p:nvSpPr>
        <p:spPr>
          <a:xfrm>
            <a:off x="603504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Oval 1404"/>
          <p:cNvSpPr/>
          <p:nvPr/>
        </p:nvSpPr>
        <p:spPr>
          <a:xfrm>
            <a:off x="768096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Oval 1405"/>
          <p:cNvSpPr/>
          <p:nvPr/>
        </p:nvSpPr>
        <p:spPr>
          <a:xfrm>
            <a:off x="932688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Oval 1406"/>
          <p:cNvSpPr/>
          <p:nvPr/>
        </p:nvSpPr>
        <p:spPr>
          <a:xfrm>
            <a:off x="1097280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Oval 1407"/>
          <p:cNvSpPr/>
          <p:nvPr/>
        </p:nvSpPr>
        <p:spPr>
          <a:xfrm>
            <a:off x="1261872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Oval 1408"/>
          <p:cNvSpPr/>
          <p:nvPr/>
        </p:nvSpPr>
        <p:spPr>
          <a:xfrm>
            <a:off x="1426464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Oval 1409"/>
          <p:cNvSpPr/>
          <p:nvPr/>
        </p:nvSpPr>
        <p:spPr>
          <a:xfrm>
            <a:off x="1591056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Oval 1410"/>
          <p:cNvSpPr/>
          <p:nvPr/>
        </p:nvSpPr>
        <p:spPr>
          <a:xfrm>
            <a:off x="1755648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Oval 1411"/>
          <p:cNvSpPr/>
          <p:nvPr/>
        </p:nvSpPr>
        <p:spPr>
          <a:xfrm>
            <a:off x="1920240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Oval 1412"/>
          <p:cNvSpPr/>
          <p:nvPr/>
        </p:nvSpPr>
        <p:spPr>
          <a:xfrm>
            <a:off x="2084832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Oval 1413"/>
          <p:cNvSpPr/>
          <p:nvPr/>
        </p:nvSpPr>
        <p:spPr>
          <a:xfrm>
            <a:off x="2249424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Oval 1414"/>
          <p:cNvSpPr/>
          <p:nvPr/>
        </p:nvSpPr>
        <p:spPr>
          <a:xfrm>
            <a:off x="2414016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Oval 1415"/>
          <p:cNvSpPr/>
          <p:nvPr/>
        </p:nvSpPr>
        <p:spPr>
          <a:xfrm>
            <a:off x="2578608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Oval 1416"/>
          <p:cNvSpPr/>
          <p:nvPr/>
        </p:nvSpPr>
        <p:spPr>
          <a:xfrm>
            <a:off x="2743200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Oval 1417"/>
          <p:cNvSpPr/>
          <p:nvPr/>
        </p:nvSpPr>
        <p:spPr>
          <a:xfrm>
            <a:off x="2907792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Oval 1418"/>
          <p:cNvSpPr/>
          <p:nvPr/>
        </p:nvSpPr>
        <p:spPr>
          <a:xfrm>
            <a:off x="3072384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Oval 1419"/>
          <p:cNvSpPr/>
          <p:nvPr/>
        </p:nvSpPr>
        <p:spPr>
          <a:xfrm>
            <a:off x="3236976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Oval 1420"/>
          <p:cNvSpPr/>
          <p:nvPr/>
        </p:nvSpPr>
        <p:spPr>
          <a:xfrm>
            <a:off x="3401568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Oval 1421"/>
          <p:cNvSpPr/>
          <p:nvPr/>
        </p:nvSpPr>
        <p:spPr>
          <a:xfrm>
            <a:off x="3566160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Oval 1422"/>
          <p:cNvSpPr/>
          <p:nvPr/>
        </p:nvSpPr>
        <p:spPr>
          <a:xfrm>
            <a:off x="3730752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Oval 1423"/>
          <p:cNvSpPr/>
          <p:nvPr/>
        </p:nvSpPr>
        <p:spPr>
          <a:xfrm>
            <a:off x="3895344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Oval 1424"/>
          <p:cNvSpPr/>
          <p:nvPr/>
        </p:nvSpPr>
        <p:spPr>
          <a:xfrm>
            <a:off x="4059936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Oval 1425"/>
          <p:cNvSpPr/>
          <p:nvPr/>
        </p:nvSpPr>
        <p:spPr>
          <a:xfrm>
            <a:off x="4224528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Oval 1426"/>
          <p:cNvSpPr/>
          <p:nvPr/>
        </p:nvSpPr>
        <p:spPr>
          <a:xfrm>
            <a:off x="4389120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Oval 1427"/>
          <p:cNvSpPr/>
          <p:nvPr/>
        </p:nvSpPr>
        <p:spPr>
          <a:xfrm>
            <a:off x="4553712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Oval 1428"/>
          <p:cNvSpPr/>
          <p:nvPr/>
        </p:nvSpPr>
        <p:spPr>
          <a:xfrm>
            <a:off x="4718304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Oval 1429"/>
          <p:cNvSpPr/>
          <p:nvPr/>
        </p:nvSpPr>
        <p:spPr>
          <a:xfrm>
            <a:off x="4882896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Oval 1430"/>
          <p:cNvSpPr/>
          <p:nvPr/>
        </p:nvSpPr>
        <p:spPr>
          <a:xfrm>
            <a:off x="5047488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Oval 1431"/>
          <p:cNvSpPr/>
          <p:nvPr/>
        </p:nvSpPr>
        <p:spPr>
          <a:xfrm>
            <a:off x="5212080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Oval 1432"/>
          <p:cNvSpPr/>
          <p:nvPr/>
        </p:nvSpPr>
        <p:spPr>
          <a:xfrm>
            <a:off x="5376672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Oval 1433"/>
          <p:cNvSpPr/>
          <p:nvPr/>
        </p:nvSpPr>
        <p:spPr>
          <a:xfrm>
            <a:off x="5541264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Oval 1434"/>
          <p:cNvSpPr/>
          <p:nvPr/>
        </p:nvSpPr>
        <p:spPr>
          <a:xfrm>
            <a:off x="5705856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Oval 1435"/>
          <p:cNvSpPr/>
          <p:nvPr/>
        </p:nvSpPr>
        <p:spPr>
          <a:xfrm>
            <a:off x="5870448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Oval 1436"/>
          <p:cNvSpPr/>
          <p:nvPr/>
        </p:nvSpPr>
        <p:spPr>
          <a:xfrm>
            <a:off x="6035040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Oval 1437"/>
          <p:cNvSpPr/>
          <p:nvPr/>
        </p:nvSpPr>
        <p:spPr>
          <a:xfrm>
            <a:off x="6199632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Oval 1438"/>
          <p:cNvSpPr/>
          <p:nvPr/>
        </p:nvSpPr>
        <p:spPr>
          <a:xfrm>
            <a:off x="6364224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Oval 1439"/>
          <p:cNvSpPr/>
          <p:nvPr/>
        </p:nvSpPr>
        <p:spPr>
          <a:xfrm>
            <a:off x="6528816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Oval 1440"/>
          <p:cNvSpPr/>
          <p:nvPr/>
        </p:nvSpPr>
        <p:spPr>
          <a:xfrm>
            <a:off x="6693408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Oval 1441"/>
          <p:cNvSpPr/>
          <p:nvPr/>
        </p:nvSpPr>
        <p:spPr>
          <a:xfrm>
            <a:off x="6858000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Oval 1442"/>
          <p:cNvSpPr/>
          <p:nvPr/>
        </p:nvSpPr>
        <p:spPr>
          <a:xfrm>
            <a:off x="7022592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Oval 1443"/>
          <p:cNvSpPr/>
          <p:nvPr/>
        </p:nvSpPr>
        <p:spPr>
          <a:xfrm>
            <a:off x="7187184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Oval 1444"/>
          <p:cNvSpPr/>
          <p:nvPr/>
        </p:nvSpPr>
        <p:spPr>
          <a:xfrm>
            <a:off x="7351776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Oval 1445"/>
          <p:cNvSpPr/>
          <p:nvPr/>
        </p:nvSpPr>
        <p:spPr>
          <a:xfrm>
            <a:off x="7516368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Oval 1446"/>
          <p:cNvSpPr/>
          <p:nvPr/>
        </p:nvSpPr>
        <p:spPr>
          <a:xfrm>
            <a:off x="7680960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Oval 1447"/>
          <p:cNvSpPr/>
          <p:nvPr/>
        </p:nvSpPr>
        <p:spPr>
          <a:xfrm>
            <a:off x="7845552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Oval 1448"/>
          <p:cNvSpPr/>
          <p:nvPr/>
        </p:nvSpPr>
        <p:spPr>
          <a:xfrm>
            <a:off x="8010144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Oval 1449"/>
          <p:cNvSpPr/>
          <p:nvPr/>
        </p:nvSpPr>
        <p:spPr>
          <a:xfrm>
            <a:off x="8174736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Oval 1450"/>
          <p:cNvSpPr/>
          <p:nvPr/>
        </p:nvSpPr>
        <p:spPr>
          <a:xfrm>
            <a:off x="8339328" y="48828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Oval 1451"/>
          <p:cNvSpPr/>
          <p:nvPr/>
        </p:nvSpPr>
        <p:spPr>
          <a:xfrm>
            <a:off x="274320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Oval 1452"/>
          <p:cNvSpPr/>
          <p:nvPr/>
        </p:nvSpPr>
        <p:spPr>
          <a:xfrm>
            <a:off x="438912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Oval 1453"/>
          <p:cNvSpPr/>
          <p:nvPr/>
        </p:nvSpPr>
        <p:spPr>
          <a:xfrm>
            <a:off x="603504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Oval 1454"/>
          <p:cNvSpPr/>
          <p:nvPr/>
        </p:nvSpPr>
        <p:spPr>
          <a:xfrm>
            <a:off x="768096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Oval 1455"/>
          <p:cNvSpPr/>
          <p:nvPr/>
        </p:nvSpPr>
        <p:spPr>
          <a:xfrm>
            <a:off x="932688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Oval 1456"/>
          <p:cNvSpPr/>
          <p:nvPr/>
        </p:nvSpPr>
        <p:spPr>
          <a:xfrm>
            <a:off x="1097280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Oval 1457"/>
          <p:cNvSpPr/>
          <p:nvPr/>
        </p:nvSpPr>
        <p:spPr>
          <a:xfrm>
            <a:off x="1261872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Oval 1458"/>
          <p:cNvSpPr/>
          <p:nvPr/>
        </p:nvSpPr>
        <p:spPr>
          <a:xfrm>
            <a:off x="1426464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Oval 1459"/>
          <p:cNvSpPr/>
          <p:nvPr/>
        </p:nvSpPr>
        <p:spPr>
          <a:xfrm>
            <a:off x="1591056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Oval 1460"/>
          <p:cNvSpPr/>
          <p:nvPr/>
        </p:nvSpPr>
        <p:spPr>
          <a:xfrm>
            <a:off x="1755648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Oval 1461"/>
          <p:cNvSpPr/>
          <p:nvPr/>
        </p:nvSpPr>
        <p:spPr>
          <a:xfrm>
            <a:off x="1920240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Oval 1462"/>
          <p:cNvSpPr/>
          <p:nvPr/>
        </p:nvSpPr>
        <p:spPr>
          <a:xfrm>
            <a:off x="2084832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Oval 1463"/>
          <p:cNvSpPr/>
          <p:nvPr/>
        </p:nvSpPr>
        <p:spPr>
          <a:xfrm>
            <a:off x="2249424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Oval 1464"/>
          <p:cNvSpPr/>
          <p:nvPr/>
        </p:nvSpPr>
        <p:spPr>
          <a:xfrm>
            <a:off x="2414016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Oval 1465"/>
          <p:cNvSpPr/>
          <p:nvPr/>
        </p:nvSpPr>
        <p:spPr>
          <a:xfrm>
            <a:off x="2578608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Oval 1466"/>
          <p:cNvSpPr/>
          <p:nvPr/>
        </p:nvSpPr>
        <p:spPr>
          <a:xfrm>
            <a:off x="2743200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Oval 1467"/>
          <p:cNvSpPr/>
          <p:nvPr/>
        </p:nvSpPr>
        <p:spPr>
          <a:xfrm>
            <a:off x="2907792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Oval 1468"/>
          <p:cNvSpPr/>
          <p:nvPr/>
        </p:nvSpPr>
        <p:spPr>
          <a:xfrm>
            <a:off x="3072384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Oval 1469"/>
          <p:cNvSpPr/>
          <p:nvPr/>
        </p:nvSpPr>
        <p:spPr>
          <a:xfrm>
            <a:off x="3236976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Oval 1470"/>
          <p:cNvSpPr/>
          <p:nvPr/>
        </p:nvSpPr>
        <p:spPr>
          <a:xfrm>
            <a:off x="3401568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Oval 1471"/>
          <p:cNvSpPr/>
          <p:nvPr/>
        </p:nvSpPr>
        <p:spPr>
          <a:xfrm>
            <a:off x="3566160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Oval 1472"/>
          <p:cNvSpPr/>
          <p:nvPr/>
        </p:nvSpPr>
        <p:spPr>
          <a:xfrm>
            <a:off x="3730752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Oval 1473"/>
          <p:cNvSpPr/>
          <p:nvPr/>
        </p:nvSpPr>
        <p:spPr>
          <a:xfrm>
            <a:off x="3895344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Oval 1474"/>
          <p:cNvSpPr/>
          <p:nvPr/>
        </p:nvSpPr>
        <p:spPr>
          <a:xfrm>
            <a:off x="4059936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Oval 1475"/>
          <p:cNvSpPr/>
          <p:nvPr/>
        </p:nvSpPr>
        <p:spPr>
          <a:xfrm>
            <a:off x="4224528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Oval 1476"/>
          <p:cNvSpPr/>
          <p:nvPr/>
        </p:nvSpPr>
        <p:spPr>
          <a:xfrm>
            <a:off x="4389120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Oval 1477"/>
          <p:cNvSpPr/>
          <p:nvPr/>
        </p:nvSpPr>
        <p:spPr>
          <a:xfrm>
            <a:off x="4553712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Oval 1478"/>
          <p:cNvSpPr/>
          <p:nvPr/>
        </p:nvSpPr>
        <p:spPr>
          <a:xfrm>
            <a:off x="4718304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Oval 1479"/>
          <p:cNvSpPr/>
          <p:nvPr/>
        </p:nvSpPr>
        <p:spPr>
          <a:xfrm>
            <a:off x="4882896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Oval 1480"/>
          <p:cNvSpPr/>
          <p:nvPr/>
        </p:nvSpPr>
        <p:spPr>
          <a:xfrm>
            <a:off x="5047488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Oval 1481"/>
          <p:cNvSpPr/>
          <p:nvPr/>
        </p:nvSpPr>
        <p:spPr>
          <a:xfrm>
            <a:off x="5212080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Oval 1482"/>
          <p:cNvSpPr/>
          <p:nvPr/>
        </p:nvSpPr>
        <p:spPr>
          <a:xfrm>
            <a:off x="5376672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Oval 1483"/>
          <p:cNvSpPr/>
          <p:nvPr/>
        </p:nvSpPr>
        <p:spPr>
          <a:xfrm>
            <a:off x="5541264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Oval 1484"/>
          <p:cNvSpPr/>
          <p:nvPr/>
        </p:nvSpPr>
        <p:spPr>
          <a:xfrm>
            <a:off x="5705856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Oval 1485"/>
          <p:cNvSpPr/>
          <p:nvPr/>
        </p:nvSpPr>
        <p:spPr>
          <a:xfrm>
            <a:off x="5870448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Oval 1486"/>
          <p:cNvSpPr/>
          <p:nvPr/>
        </p:nvSpPr>
        <p:spPr>
          <a:xfrm>
            <a:off x="6035040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Oval 1487"/>
          <p:cNvSpPr/>
          <p:nvPr/>
        </p:nvSpPr>
        <p:spPr>
          <a:xfrm>
            <a:off x="6199632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Oval 1488"/>
          <p:cNvSpPr/>
          <p:nvPr/>
        </p:nvSpPr>
        <p:spPr>
          <a:xfrm>
            <a:off x="6364224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Oval 1489"/>
          <p:cNvSpPr/>
          <p:nvPr/>
        </p:nvSpPr>
        <p:spPr>
          <a:xfrm>
            <a:off x="6528816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Oval 1490"/>
          <p:cNvSpPr/>
          <p:nvPr/>
        </p:nvSpPr>
        <p:spPr>
          <a:xfrm>
            <a:off x="6693408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Oval 1491"/>
          <p:cNvSpPr/>
          <p:nvPr/>
        </p:nvSpPr>
        <p:spPr>
          <a:xfrm>
            <a:off x="6858000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Oval 1492"/>
          <p:cNvSpPr/>
          <p:nvPr/>
        </p:nvSpPr>
        <p:spPr>
          <a:xfrm>
            <a:off x="7022592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Oval 1493"/>
          <p:cNvSpPr/>
          <p:nvPr/>
        </p:nvSpPr>
        <p:spPr>
          <a:xfrm>
            <a:off x="7187184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Oval 1494"/>
          <p:cNvSpPr/>
          <p:nvPr/>
        </p:nvSpPr>
        <p:spPr>
          <a:xfrm>
            <a:off x="7351776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Oval 1495"/>
          <p:cNvSpPr/>
          <p:nvPr/>
        </p:nvSpPr>
        <p:spPr>
          <a:xfrm>
            <a:off x="7516368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Oval 1496"/>
          <p:cNvSpPr/>
          <p:nvPr/>
        </p:nvSpPr>
        <p:spPr>
          <a:xfrm>
            <a:off x="7680960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Oval 1497"/>
          <p:cNvSpPr/>
          <p:nvPr/>
        </p:nvSpPr>
        <p:spPr>
          <a:xfrm>
            <a:off x="7845552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Oval 1498"/>
          <p:cNvSpPr/>
          <p:nvPr/>
        </p:nvSpPr>
        <p:spPr>
          <a:xfrm>
            <a:off x="8010144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Oval 1499"/>
          <p:cNvSpPr/>
          <p:nvPr/>
        </p:nvSpPr>
        <p:spPr>
          <a:xfrm>
            <a:off x="8174736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Oval 1500"/>
          <p:cNvSpPr/>
          <p:nvPr/>
        </p:nvSpPr>
        <p:spPr>
          <a:xfrm>
            <a:off x="8339328" y="50474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Oval 1501"/>
          <p:cNvSpPr/>
          <p:nvPr/>
        </p:nvSpPr>
        <p:spPr>
          <a:xfrm>
            <a:off x="274320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Oval 1502"/>
          <p:cNvSpPr/>
          <p:nvPr/>
        </p:nvSpPr>
        <p:spPr>
          <a:xfrm>
            <a:off x="438912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Oval 1503"/>
          <p:cNvSpPr/>
          <p:nvPr/>
        </p:nvSpPr>
        <p:spPr>
          <a:xfrm>
            <a:off x="603504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Oval 1504"/>
          <p:cNvSpPr/>
          <p:nvPr/>
        </p:nvSpPr>
        <p:spPr>
          <a:xfrm>
            <a:off x="768096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Oval 1505"/>
          <p:cNvSpPr/>
          <p:nvPr/>
        </p:nvSpPr>
        <p:spPr>
          <a:xfrm>
            <a:off x="932688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Oval 1506"/>
          <p:cNvSpPr/>
          <p:nvPr/>
        </p:nvSpPr>
        <p:spPr>
          <a:xfrm>
            <a:off x="1097280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Oval 1507"/>
          <p:cNvSpPr/>
          <p:nvPr/>
        </p:nvSpPr>
        <p:spPr>
          <a:xfrm>
            <a:off x="1261872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Oval 1508"/>
          <p:cNvSpPr/>
          <p:nvPr/>
        </p:nvSpPr>
        <p:spPr>
          <a:xfrm>
            <a:off x="1426464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Oval 1509"/>
          <p:cNvSpPr/>
          <p:nvPr/>
        </p:nvSpPr>
        <p:spPr>
          <a:xfrm>
            <a:off x="1591056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Oval 1510"/>
          <p:cNvSpPr/>
          <p:nvPr/>
        </p:nvSpPr>
        <p:spPr>
          <a:xfrm>
            <a:off x="1755648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Oval 1511"/>
          <p:cNvSpPr/>
          <p:nvPr/>
        </p:nvSpPr>
        <p:spPr>
          <a:xfrm>
            <a:off x="1920240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Oval 1512"/>
          <p:cNvSpPr/>
          <p:nvPr/>
        </p:nvSpPr>
        <p:spPr>
          <a:xfrm>
            <a:off x="2084832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Oval 1513"/>
          <p:cNvSpPr/>
          <p:nvPr/>
        </p:nvSpPr>
        <p:spPr>
          <a:xfrm>
            <a:off x="2249424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Oval 1514"/>
          <p:cNvSpPr/>
          <p:nvPr/>
        </p:nvSpPr>
        <p:spPr>
          <a:xfrm>
            <a:off x="2414016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Oval 1515"/>
          <p:cNvSpPr/>
          <p:nvPr/>
        </p:nvSpPr>
        <p:spPr>
          <a:xfrm>
            <a:off x="2578608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Oval 1516"/>
          <p:cNvSpPr/>
          <p:nvPr/>
        </p:nvSpPr>
        <p:spPr>
          <a:xfrm>
            <a:off x="2743200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Oval 1517"/>
          <p:cNvSpPr/>
          <p:nvPr/>
        </p:nvSpPr>
        <p:spPr>
          <a:xfrm>
            <a:off x="2907792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Oval 1518"/>
          <p:cNvSpPr/>
          <p:nvPr/>
        </p:nvSpPr>
        <p:spPr>
          <a:xfrm>
            <a:off x="3072384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Oval 1519"/>
          <p:cNvSpPr/>
          <p:nvPr/>
        </p:nvSpPr>
        <p:spPr>
          <a:xfrm>
            <a:off x="3236976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Oval 1520"/>
          <p:cNvSpPr/>
          <p:nvPr/>
        </p:nvSpPr>
        <p:spPr>
          <a:xfrm>
            <a:off x="3401568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Oval 1521"/>
          <p:cNvSpPr/>
          <p:nvPr/>
        </p:nvSpPr>
        <p:spPr>
          <a:xfrm>
            <a:off x="3566160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Oval 1522"/>
          <p:cNvSpPr/>
          <p:nvPr/>
        </p:nvSpPr>
        <p:spPr>
          <a:xfrm>
            <a:off x="3730752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Oval 1523"/>
          <p:cNvSpPr/>
          <p:nvPr/>
        </p:nvSpPr>
        <p:spPr>
          <a:xfrm>
            <a:off x="3895344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Oval 1524"/>
          <p:cNvSpPr/>
          <p:nvPr/>
        </p:nvSpPr>
        <p:spPr>
          <a:xfrm>
            <a:off x="4059936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Oval 1525"/>
          <p:cNvSpPr/>
          <p:nvPr/>
        </p:nvSpPr>
        <p:spPr>
          <a:xfrm>
            <a:off x="4224528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Oval 1526"/>
          <p:cNvSpPr/>
          <p:nvPr/>
        </p:nvSpPr>
        <p:spPr>
          <a:xfrm>
            <a:off x="4389120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Oval 1527"/>
          <p:cNvSpPr/>
          <p:nvPr/>
        </p:nvSpPr>
        <p:spPr>
          <a:xfrm>
            <a:off x="4553712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Oval 1528"/>
          <p:cNvSpPr/>
          <p:nvPr/>
        </p:nvSpPr>
        <p:spPr>
          <a:xfrm>
            <a:off x="4718304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Oval 1529"/>
          <p:cNvSpPr/>
          <p:nvPr/>
        </p:nvSpPr>
        <p:spPr>
          <a:xfrm>
            <a:off x="4882896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Oval 1530"/>
          <p:cNvSpPr/>
          <p:nvPr/>
        </p:nvSpPr>
        <p:spPr>
          <a:xfrm>
            <a:off x="5047488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Oval 1531"/>
          <p:cNvSpPr/>
          <p:nvPr/>
        </p:nvSpPr>
        <p:spPr>
          <a:xfrm>
            <a:off x="5212080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Oval 1532"/>
          <p:cNvSpPr/>
          <p:nvPr/>
        </p:nvSpPr>
        <p:spPr>
          <a:xfrm>
            <a:off x="5376672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Oval 1533"/>
          <p:cNvSpPr/>
          <p:nvPr/>
        </p:nvSpPr>
        <p:spPr>
          <a:xfrm>
            <a:off x="5541264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Oval 1534"/>
          <p:cNvSpPr/>
          <p:nvPr/>
        </p:nvSpPr>
        <p:spPr>
          <a:xfrm>
            <a:off x="5705856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Oval 1535"/>
          <p:cNvSpPr/>
          <p:nvPr/>
        </p:nvSpPr>
        <p:spPr>
          <a:xfrm>
            <a:off x="5870448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Oval 1536"/>
          <p:cNvSpPr/>
          <p:nvPr/>
        </p:nvSpPr>
        <p:spPr>
          <a:xfrm>
            <a:off x="6035040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Oval 1537"/>
          <p:cNvSpPr/>
          <p:nvPr/>
        </p:nvSpPr>
        <p:spPr>
          <a:xfrm>
            <a:off x="6199632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Oval 1538"/>
          <p:cNvSpPr/>
          <p:nvPr/>
        </p:nvSpPr>
        <p:spPr>
          <a:xfrm>
            <a:off x="6364224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Oval 1539"/>
          <p:cNvSpPr/>
          <p:nvPr/>
        </p:nvSpPr>
        <p:spPr>
          <a:xfrm>
            <a:off x="6528816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Oval 1540"/>
          <p:cNvSpPr/>
          <p:nvPr/>
        </p:nvSpPr>
        <p:spPr>
          <a:xfrm>
            <a:off x="6693408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Oval 1541"/>
          <p:cNvSpPr/>
          <p:nvPr/>
        </p:nvSpPr>
        <p:spPr>
          <a:xfrm>
            <a:off x="6858000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Oval 1542"/>
          <p:cNvSpPr/>
          <p:nvPr/>
        </p:nvSpPr>
        <p:spPr>
          <a:xfrm>
            <a:off x="7022592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Oval 1543"/>
          <p:cNvSpPr/>
          <p:nvPr/>
        </p:nvSpPr>
        <p:spPr>
          <a:xfrm>
            <a:off x="7187184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Oval 1544"/>
          <p:cNvSpPr/>
          <p:nvPr/>
        </p:nvSpPr>
        <p:spPr>
          <a:xfrm>
            <a:off x="7351776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Oval 1545"/>
          <p:cNvSpPr/>
          <p:nvPr/>
        </p:nvSpPr>
        <p:spPr>
          <a:xfrm>
            <a:off x="7516368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Oval 1546"/>
          <p:cNvSpPr/>
          <p:nvPr/>
        </p:nvSpPr>
        <p:spPr>
          <a:xfrm>
            <a:off x="7680960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Oval 1547"/>
          <p:cNvSpPr/>
          <p:nvPr/>
        </p:nvSpPr>
        <p:spPr>
          <a:xfrm>
            <a:off x="7845552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Oval 1548"/>
          <p:cNvSpPr/>
          <p:nvPr/>
        </p:nvSpPr>
        <p:spPr>
          <a:xfrm>
            <a:off x="8010144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Oval 1549"/>
          <p:cNvSpPr/>
          <p:nvPr/>
        </p:nvSpPr>
        <p:spPr>
          <a:xfrm>
            <a:off x="8174736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Oval 1550"/>
          <p:cNvSpPr/>
          <p:nvPr/>
        </p:nvSpPr>
        <p:spPr>
          <a:xfrm>
            <a:off x="8339328" y="52120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Oval 1551"/>
          <p:cNvSpPr/>
          <p:nvPr/>
        </p:nvSpPr>
        <p:spPr>
          <a:xfrm>
            <a:off x="274320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Oval 1552"/>
          <p:cNvSpPr/>
          <p:nvPr/>
        </p:nvSpPr>
        <p:spPr>
          <a:xfrm>
            <a:off x="438912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Oval 1553"/>
          <p:cNvSpPr/>
          <p:nvPr/>
        </p:nvSpPr>
        <p:spPr>
          <a:xfrm>
            <a:off x="603504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Oval 1554"/>
          <p:cNvSpPr/>
          <p:nvPr/>
        </p:nvSpPr>
        <p:spPr>
          <a:xfrm>
            <a:off x="768096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Oval 1555"/>
          <p:cNvSpPr/>
          <p:nvPr/>
        </p:nvSpPr>
        <p:spPr>
          <a:xfrm>
            <a:off x="932688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Oval 1556"/>
          <p:cNvSpPr/>
          <p:nvPr/>
        </p:nvSpPr>
        <p:spPr>
          <a:xfrm>
            <a:off x="1097280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Oval 1557"/>
          <p:cNvSpPr/>
          <p:nvPr/>
        </p:nvSpPr>
        <p:spPr>
          <a:xfrm>
            <a:off x="1261872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Oval 1558"/>
          <p:cNvSpPr/>
          <p:nvPr/>
        </p:nvSpPr>
        <p:spPr>
          <a:xfrm>
            <a:off x="1426464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Oval 1559"/>
          <p:cNvSpPr/>
          <p:nvPr/>
        </p:nvSpPr>
        <p:spPr>
          <a:xfrm>
            <a:off x="1591056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Oval 1560"/>
          <p:cNvSpPr/>
          <p:nvPr/>
        </p:nvSpPr>
        <p:spPr>
          <a:xfrm>
            <a:off x="1755648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Oval 1561"/>
          <p:cNvSpPr/>
          <p:nvPr/>
        </p:nvSpPr>
        <p:spPr>
          <a:xfrm>
            <a:off x="1920240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Oval 1562"/>
          <p:cNvSpPr/>
          <p:nvPr/>
        </p:nvSpPr>
        <p:spPr>
          <a:xfrm>
            <a:off x="2084832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Oval 1563"/>
          <p:cNvSpPr/>
          <p:nvPr/>
        </p:nvSpPr>
        <p:spPr>
          <a:xfrm>
            <a:off x="2249424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Oval 1564"/>
          <p:cNvSpPr/>
          <p:nvPr/>
        </p:nvSpPr>
        <p:spPr>
          <a:xfrm>
            <a:off x="2414016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Oval 1565"/>
          <p:cNvSpPr/>
          <p:nvPr/>
        </p:nvSpPr>
        <p:spPr>
          <a:xfrm>
            <a:off x="2578608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Oval 1566"/>
          <p:cNvSpPr/>
          <p:nvPr/>
        </p:nvSpPr>
        <p:spPr>
          <a:xfrm>
            <a:off x="2743200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Oval 1567"/>
          <p:cNvSpPr/>
          <p:nvPr/>
        </p:nvSpPr>
        <p:spPr>
          <a:xfrm>
            <a:off x="2907792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Oval 1568"/>
          <p:cNvSpPr/>
          <p:nvPr/>
        </p:nvSpPr>
        <p:spPr>
          <a:xfrm>
            <a:off x="3072384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Oval 1569"/>
          <p:cNvSpPr/>
          <p:nvPr/>
        </p:nvSpPr>
        <p:spPr>
          <a:xfrm>
            <a:off x="3236976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Oval 1570"/>
          <p:cNvSpPr/>
          <p:nvPr/>
        </p:nvSpPr>
        <p:spPr>
          <a:xfrm>
            <a:off x="3401568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Oval 1571"/>
          <p:cNvSpPr/>
          <p:nvPr/>
        </p:nvSpPr>
        <p:spPr>
          <a:xfrm>
            <a:off x="3566160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Oval 1572"/>
          <p:cNvSpPr/>
          <p:nvPr/>
        </p:nvSpPr>
        <p:spPr>
          <a:xfrm>
            <a:off x="3730752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Oval 1573"/>
          <p:cNvSpPr/>
          <p:nvPr/>
        </p:nvSpPr>
        <p:spPr>
          <a:xfrm>
            <a:off x="3895344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Oval 1574"/>
          <p:cNvSpPr/>
          <p:nvPr/>
        </p:nvSpPr>
        <p:spPr>
          <a:xfrm>
            <a:off x="4059936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Oval 1575"/>
          <p:cNvSpPr/>
          <p:nvPr/>
        </p:nvSpPr>
        <p:spPr>
          <a:xfrm>
            <a:off x="4224528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Oval 1576"/>
          <p:cNvSpPr/>
          <p:nvPr/>
        </p:nvSpPr>
        <p:spPr>
          <a:xfrm>
            <a:off x="4389120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Oval 1577"/>
          <p:cNvSpPr/>
          <p:nvPr/>
        </p:nvSpPr>
        <p:spPr>
          <a:xfrm>
            <a:off x="4553712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Oval 1578"/>
          <p:cNvSpPr/>
          <p:nvPr/>
        </p:nvSpPr>
        <p:spPr>
          <a:xfrm>
            <a:off x="4718304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Oval 1579"/>
          <p:cNvSpPr/>
          <p:nvPr/>
        </p:nvSpPr>
        <p:spPr>
          <a:xfrm>
            <a:off x="4882896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Oval 1580"/>
          <p:cNvSpPr/>
          <p:nvPr/>
        </p:nvSpPr>
        <p:spPr>
          <a:xfrm>
            <a:off x="5047488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Oval 1581"/>
          <p:cNvSpPr/>
          <p:nvPr/>
        </p:nvSpPr>
        <p:spPr>
          <a:xfrm>
            <a:off x="5212080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Oval 1582"/>
          <p:cNvSpPr/>
          <p:nvPr/>
        </p:nvSpPr>
        <p:spPr>
          <a:xfrm>
            <a:off x="5376672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Oval 1583"/>
          <p:cNvSpPr/>
          <p:nvPr/>
        </p:nvSpPr>
        <p:spPr>
          <a:xfrm>
            <a:off x="5541264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Oval 1584"/>
          <p:cNvSpPr/>
          <p:nvPr/>
        </p:nvSpPr>
        <p:spPr>
          <a:xfrm>
            <a:off x="5705856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Oval 1585"/>
          <p:cNvSpPr/>
          <p:nvPr/>
        </p:nvSpPr>
        <p:spPr>
          <a:xfrm>
            <a:off x="5870448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Oval 1586"/>
          <p:cNvSpPr/>
          <p:nvPr/>
        </p:nvSpPr>
        <p:spPr>
          <a:xfrm>
            <a:off x="6035040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Oval 1587"/>
          <p:cNvSpPr/>
          <p:nvPr/>
        </p:nvSpPr>
        <p:spPr>
          <a:xfrm>
            <a:off x="6199632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Oval 1588"/>
          <p:cNvSpPr/>
          <p:nvPr/>
        </p:nvSpPr>
        <p:spPr>
          <a:xfrm>
            <a:off x="6364224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Oval 1589"/>
          <p:cNvSpPr/>
          <p:nvPr/>
        </p:nvSpPr>
        <p:spPr>
          <a:xfrm>
            <a:off x="6528816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Oval 1590"/>
          <p:cNvSpPr/>
          <p:nvPr/>
        </p:nvSpPr>
        <p:spPr>
          <a:xfrm>
            <a:off x="6693408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Oval 1591"/>
          <p:cNvSpPr/>
          <p:nvPr/>
        </p:nvSpPr>
        <p:spPr>
          <a:xfrm>
            <a:off x="6858000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Oval 1592"/>
          <p:cNvSpPr/>
          <p:nvPr/>
        </p:nvSpPr>
        <p:spPr>
          <a:xfrm>
            <a:off x="7022592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Oval 1593"/>
          <p:cNvSpPr/>
          <p:nvPr/>
        </p:nvSpPr>
        <p:spPr>
          <a:xfrm>
            <a:off x="7187184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Oval 1594"/>
          <p:cNvSpPr/>
          <p:nvPr/>
        </p:nvSpPr>
        <p:spPr>
          <a:xfrm>
            <a:off x="7351776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Oval 1595"/>
          <p:cNvSpPr/>
          <p:nvPr/>
        </p:nvSpPr>
        <p:spPr>
          <a:xfrm>
            <a:off x="7516368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Oval 1596"/>
          <p:cNvSpPr/>
          <p:nvPr/>
        </p:nvSpPr>
        <p:spPr>
          <a:xfrm>
            <a:off x="7680960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Oval 1597"/>
          <p:cNvSpPr/>
          <p:nvPr/>
        </p:nvSpPr>
        <p:spPr>
          <a:xfrm>
            <a:off x="7845552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Oval 1598"/>
          <p:cNvSpPr/>
          <p:nvPr/>
        </p:nvSpPr>
        <p:spPr>
          <a:xfrm>
            <a:off x="8010144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Oval 1599"/>
          <p:cNvSpPr/>
          <p:nvPr/>
        </p:nvSpPr>
        <p:spPr>
          <a:xfrm>
            <a:off x="8174736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Oval 1600"/>
          <p:cNvSpPr/>
          <p:nvPr/>
        </p:nvSpPr>
        <p:spPr>
          <a:xfrm>
            <a:off x="8339328" y="53766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Oval 1601"/>
          <p:cNvSpPr/>
          <p:nvPr/>
        </p:nvSpPr>
        <p:spPr>
          <a:xfrm>
            <a:off x="274320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Oval 1602"/>
          <p:cNvSpPr/>
          <p:nvPr/>
        </p:nvSpPr>
        <p:spPr>
          <a:xfrm>
            <a:off x="438912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Oval 1603"/>
          <p:cNvSpPr/>
          <p:nvPr/>
        </p:nvSpPr>
        <p:spPr>
          <a:xfrm>
            <a:off x="603504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Oval 1604"/>
          <p:cNvSpPr/>
          <p:nvPr/>
        </p:nvSpPr>
        <p:spPr>
          <a:xfrm>
            <a:off x="768096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Oval 1605"/>
          <p:cNvSpPr/>
          <p:nvPr/>
        </p:nvSpPr>
        <p:spPr>
          <a:xfrm>
            <a:off x="932688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Oval 1606"/>
          <p:cNvSpPr/>
          <p:nvPr/>
        </p:nvSpPr>
        <p:spPr>
          <a:xfrm>
            <a:off x="1097280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Oval 1607"/>
          <p:cNvSpPr/>
          <p:nvPr/>
        </p:nvSpPr>
        <p:spPr>
          <a:xfrm>
            <a:off x="1261872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Oval 1608"/>
          <p:cNvSpPr/>
          <p:nvPr/>
        </p:nvSpPr>
        <p:spPr>
          <a:xfrm>
            <a:off x="1426464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Oval 1609"/>
          <p:cNvSpPr/>
          <p:nvPr/>
        </p:nvSpPr>
        <p:spPr>
          <a:xfrm>
            <a:off x="1591056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Oval 1610"/>
          <p:cNvSpPr/>
          <p:nvPr/>
        </p:nvSpPr>
        <p:spPr>
          <a:xfrm>
            <a:off x="1755648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Oval 1611"/>
          <p:cNvSpPr/>
          <p:nvPr/>
        </p:nvSpPr>
        <p:spPr>
          <a:xfrm>
            <a:off x="1920240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Oval 1612"/>
          <p:cNvSpPr/>
          <p:nvPr/>
        </p:nvSpPr>
        <p:spPr>
          <a:xfrm>
            <a:off x="2084832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Oval 1613"/>
          <p:cNvSpPr/>
          <p:nvPr/>
        </p:nvSpPr>
        <p:spPr>
          <a:xfrm>
            <a:off x="2249424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Oval 1614"/>
          <p:cNvSpPr/>
          <p:nvPr/>
        </p:nvSpPr>
        <p:spPr>
          <a:xfrm>
            <a:off x="2414016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Oval 1615"/>
          <p:cNvSpPr/>
          <p:nvPr/>
        </p:nvSpPr>
        <p:spPr>
          <a:xfrm>
            <a:off x="2578608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Oval 1616"/>
          <p:cNvSpPr/>
          <p:nvPr/>
        </p:nvSpPr>
        <p:spPr>
          <a:xfrm>
            <a:off x="2743200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Oval 1617"/>
          <p:cNvSpPr/>
          <p:nvPr/>
        </p:nvSpPr>
        <p:spPr>
          <a:xfrm>
            <a:off x="2907792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Oval 1618"/>
          <p:cNvSpPr/>
          <p:nvPr/>
        </p:nvSpPr>
        <p:spPr>
          <a:xfrm>
            <a:off x="3072384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Oval 1619"/>
          <p:cNvSpPr/>
          <p:nvPr/>
        </p:nvSpPr>
        <p:spPr>
          <a:xfrm>
            <a:off x="3236976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Oval 1620"/>
          <p:cNvSpPr/>
          <p:nvPr/>
        </p:nvSpPr>
        <p:spPr>
          <a:xfrm>
            <a:off x="3401568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Oval 1621"/>
          <p:cNvSpPr/>
          <p:nvPr/>
        </p:nvSpPr>
        <p:spPr>
          <a:xfrm>
            <a:off x="3566160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Oval 1622"/>
          <p:cNvSpPr/>
          <p:nvPr/>
        </p:nvSpPr>
        <p:spPr>
          <a:xfrm>
            <a:off x="3730752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Oval 1623"/>
          <p:cNvSpPr/>
          <p:nvPr/>
        </p:nvSpPr>
        <p:spPr>
          <a:xfrm>
            <a:off x="3895344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Oval 1624"/>
          <p:cNvSpPr/>
          <p:nvPr/>
        </p:nvSpPr>
        <p:spPr>
          <a:xfrm>
            <a:off x="4059936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Oval 1625"/>
          <p:cNvSpPr/>
          <p:nvPr/>
        </p:nvSpPr>
        <p:spPr>
          <a:xfrm>
            <a:off x="4224528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Oval 1626"/>
          <p:cNvSpPr/>
          <p:nvPr/>
        </p:nvSpPr>
        <p:spPr>
          <a:xfrm>
            <a:off x="4389120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Oval 1627"/>
          <p:cNvSpPr/>
          <p:nvPr/>
        </p:nvSpPr>
        <p:spPr>
          <a:xfrm>
            <a:off x="4553712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Oval 1628"/>
          <p:cNvSpPr/>
          <p:nvPr/>
        </p:nvSpPr>
        <p:spPr>
          <a:xfrm>
            <a:off x="4718304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Oval 1629"/>
          <p:cNvSpPr/>
          <p:nvPr/>
        </p:nvSpPr>
        <p:spPr>
          <a:xfrm>
            <a:off x="4882896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Oval 1630"/>
          <p:cNvSpPr/>
          <p:nvPr/>
        </p:nvSpPr>
        <p:spPr>
          <a:xfrm>
            <a:off x="5047488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Oval 1631"/>
          <p:cNvSpPr/>
          <p:nvPr/>
        </p:nvSpPr>
        <p:spPr>
          <a:xfrm>
            <a:off x="5212080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Oval 1632"/>
          <p:cNvSpPr/>
          <p:nvPr/>
        </p:nvSpPr>
        <p:spPr>
          <a:xfrm>
            <a:off x="5376672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Oval 1633"/>
          <p:cNvSpPr/>
          <p:nvPr/>
        </p:nvSpPr>
        <p:spPr>
          <a:xfrm>
            <a:off x="5541264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Oval 1634"/>
          <p:cNvSpPr/>
          <p:nvPr/>
        </p:nvSpPr>
        <p:spPr>
          <a:xfrm>
            <a:off x="5705856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Oval 1635"/>
          <p:cNvSpPr/>
          <p:nvPr/>
        </p:nvSpPr>
        <p:spPr>
          <a:xfrm>
            <a:off x="5870448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Oval 1636"/>
          <p:cNvSpPr/>
          <p:nvPr/>
        </p:nvSpPr>
        <p:spPr>
          <a:xfrm>
            <a:off x="6035040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Oval 1637"/>
          <p:cNvSpPr/>
          <p:nvPr/>
        </p:nvSpPr>
        <p:spPr>
          <a:xfrm>
            <a:off x="6199632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Oval 1638"/>
          <p:cNvSpPr/>
          <p:nvPr/>
        </p:nvSpPr>
        <p:spPr>
          <a:xfrm>
            <a:off x="6364224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Oval 1639"/>
          <p:cNvSpPr/>
          <p:nvPr/>
        </p:nvSpPr>
        <p:spPr>
          <a:xfrm>
            <a:off x="6528816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Oval 1640"/>
          <p:cNvSpPr/>
          <p:nvPr/>
        </p:nvSpPr>
        <p:spPr>
          <a:xfrm>
            <a:off x="6693408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Oval 1641"/>
          <p:cNvSpPr/>
          <p:nvPr/>
        </p:nvSpPr>
        <p:spPr>
          <a:xfrm>
            <a:off x="6858000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Oval 1642"/>
          <p:cNvSpPr/>
          <p:nvPr/>
        </p:nvSpPr>
        <p:spPr>
          <a:xfrm>
            <a:off x="7022592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Oval 1643"/>
          <p:cNvSpPr/>
          <p:nvPr/>
        </p:nvSpPr>
        <p:spPr>
          <a:xfrm>
            <a:off x="7187184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Oval 1644"/>
          <p:cNvSpPr/>
          <p:nvPr/>
        </p:nvSpPr>
        <p:spPr>
          <a:xfrm>
            <a:off x="7351776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Oval 1645"/>
          <p:cNvSpPr/>
          <p:nvPr/>
        </p:nvSpPr>
        <p:spPr>
          <a:xfrm>
            <a:off x="7516368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Oval 1646"/>
          <p:cNvSpPr/>
          <p:nvPr/>
        </p:nvSpPr>
        <p:spPr>
          <a:xfrm>
            <a:off x="7680960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Oval 1647"/>
          <p:cNvSpPr/>
          <p:nvPr/>
        </p:nvSpPr>
        <p:spPr>
          <a:xfrm>
            <a:off x="7845552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Oval 1648"/>
          <p:cNvSpPr/>
          <p:nvPr/>
        </p:nvSpPr>
        <p:spPr>
          <a:xfrm>
            <a:off x="8010144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Oval 1649"/>
          <p:cNvSpPr/>
          <p:nvPr/>
        </p:nvSpPr>
        <p:spPr>
          <a:xfrm>
            <a:off x="8174736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Oval 1650"/>
          <p:cNvSpPr/>
          <p:nvPr/>
        </p:nvSpPr>
        <p:spPr>
          <a:xfrm>
            <a:off x="8339328" y="55412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Oval 1651"/>
          <p:cNvSpPr/>
          <p:nvPr/>
        </p:nvSpPr>
        <p:spPr>
          <a:xfrm>
            <a:off x="274320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Oval 1652"/>
          <p:cNvSpPr/>
          <p:nvPr/>
        </p:nvSpPr>
        <p:spPr>
          <a:xfrm>
            <a:off x="438912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Oval 1653"/>
          <p:cNvSpPr/>
          <p:nvPr/>
        </p:nvSpPr>
        <p:spPr>
          <a:xfrm>
            <a:off x="603504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Oval 1654"/>
          <p:cNvSpPr/>
          <p:nvPr/>
        </p:nvSpPr>
        <p:spPr>
          <a:xfrm>
            <a:off x="768096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Oval 1655"/>
          <p:cNvSpPr/>
          <p:nvPr/>
        </p:nvSpPr>
        <p:spPr>
          <a:xfrm>
            <a:off x="932688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Oval 1656"/>
          <p:cNvSpPr/>
          <p:nvPr/>
        </p:nvSpPr>
        <p:spPr>
          <a:xfrm>
            <a:off x="1097280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Oval 1657"/>
          <p:cNvSpPr/>
          <p:nvPr/>
        </p:nvSpPr>
        <p:spPr>
          <a:xfrm>
            <a:off x="1261872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Oval 1658"/>
          <p:cNvSpPr/>
          <p:nvPr/>
        </p:nvSpPr>
        <p:spPr>
          <a:xfrm>
            <a:off x="1426464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Oval 1659"/>
          <p:cNvSpPr/>
          <p:nvPr/>
        </p:nvSpPr>
        <p:spPr>
          <a:xfrm>
            <a:off x="1591056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Oval 1660"/>
          <p:cNvSpPr/>
          <p:nvPr/>
        </p:nvSpPr>
        <p:spPr>
          <a:xfrm>
            <a:off x="1755648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Oval 1661"/>
          <p:cNvSpPr/>
          <p:nvPr/>
        </p:nvSpPr>
        <p:spPr>
          <a:xfrm>
            <a:off x="1920240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Oval 1662"/>
          <p:cNvSpPr/>
          <p:nvPr/>
        </p:nvSpPr>
        <p:spPr>
          <a:xfrm>
            <a:off x="2084832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Oval 1663"/>
          <p:cNvSpPr/>
          <p:nvPr/>
        </p:nvSpPr>
        <p:spPr>
          <a:xfrm>
            <a:off x="2249424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Oval 1664"/>
          <p:cNvSpPr/>
          <p:nvPr/>
        </p:nvSpPr>
        <p:spPr>
          <a:xfrm>
            <a:off x="2414016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Oval 1665"/>
          <p:cNvSpPr/>
          <p:nvPr/>
        </p:nvSpPr>
        <p:spPr>
          <a:xfrm>
            <a:off x="2578608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Oval 1666"/>
          <p:cNvSpPr/>
          <p:nvPr/>
        </p:nvSpPr>
        <p:spPr>
          <a:xfrm>
            <a:off x="2743200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Oval 1667"/>
          <p:cNvSpPr/>
          <p:nvPr/>
        </p:nvSpPr>
        <p:spPr>
          <a:xfrm>
            <a:off x="2907792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Oval 1668"/>
          <p:cNvSpPr/>
          <p:nvPr/>
        </p:nvSpPr>
        <p:spPr>
          <a:xfrm>
            <a:off x="3072384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Oval 1669"/>
          <p:cNvSpPr/>
          <p:nvPr/>
        </p:nvSpPr>
        <p:spPr>
          <a:xfrm>
            <a:off x="3236976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Oval 1670"/>
          <p:cNvSpPr/>
          <p:nvPr/>
        </p:nvSpPr>
        <p:spPr>
          <a:xfrm>
            <a:off x="3401568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Oval 1671"/>
          <p:cNvSpPr/>
          <p:nvPr/>
        </p:nvSpPr>
        <p:spPr>
          <a:xfrm>
            <a:off x="3566160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Oval 1672"/>
          <p:cNvSpPr/>
          <p:nvPr/>
        </p:nvSpPr>
        <p:spPr>
          <a:xfrm>
            <a:off x="3730752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Oval 1673"/>
          <p:cNvSpPr/>
          <p:nvPr/>
        </p:nvSpPr>
        <p:spPr>
          <a:xfrm>
            <a:off x="3895344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Oval 1674"/>
          <p:cNvSpPr/>
          <p:nvPr/>
        </p:nvSpPr>
        <p:spPr>
          <a:xfrm>
            <a:off x="4059936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Oval 1675"/>
          <p:cNvSpPr/>
          <p:nvPr/>
        </p:nvSpPr>
        <p:spPr>
          <a:xfrm>
            <a:off x="4224528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Oval 1676"/>
          <p:cNvSpPr/>
          <p:nvPr/>
        </p:nvSpPr>
        <p:spPr>
          <a:xfrm>
            <a:off x="4389120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Oval 1677"/>
          <p:cNvSpPr/>
          <p:nvPr/>
        </p:nvSpPr>
        <p:spPr>
          <a:xfrm>
            <a:off x="4553712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Oval 1678"/>
          <p:cNvSpPr/>
          <p:nvPr/>
        </p:nvSpPr>
        <p:spPr>
          <a:xfrm>
            <a:off x="4718304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Oval 1679"/>
          <p:cNvSpPr/>
          <p:nvPr/>
        </p:nvSpPr>
        <p:spPr>
          <a:xfrm>
            <a:off x="4882896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Oval 1680"/>
          <p:cNvSpPr/>
          <p:nvPr/>
        </p:nvSpPr>
        <p:spPr>
          <a:xfrm>
            <a:off x="5047488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Oval 1681"/>
          <p:cNvSpPr/>
          <p:nvPr/>
        </p:nvSpPr>
        <p:spPr>
          <a:xfrm>
            <a:off x="5212080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Oval 1682"/>
          <p:cNvSpPr/>
          <p:nvPr/>
        </p:nvSpPr>
        <p:spPr>
          <a:xfrm>
            <a:off x="5376672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Oval 1683"/>
          <p:cNvSpPr/>
          <p:nvPr/>
        </p:nvSpPr>
        <p:spPr>
          <a:xfrm>
            <a:off x="5541264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Oval 1684"/>
          <p:cNvSpPr/>
          <p:nvPr/>
        </p:nvSpPr>
        <p:spPr>
          <a:xfrm>
            <a:off x="5705856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Oval 1685"/>
          <p:cNvSpPr/>
          <p:nvPr/>
        </p:nvSpPr>
        <p:spPr>
          <a:xfrm>
            <a:off x="5870448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Oval 1686"/>
          <p:cNvSpPr/>
          <p:nvPr/>
        </p:nvSpPr>
        <p:spPr>
          <a:xfrm>
            <a:off x="6035040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Oval 1687"/>
          <p:cNvSpPr/>
          <p:nvPr/>
        </p:nvSpPr>
        <p:spPr>
          <a:xfrm>
            <a:off x="6199632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Oval 1688"/>
          <p:cNvSpPr/>
          <p:nvPr/>
        </p:nvSpPr>
        <p:spPr>
          <a:xfrm>
            <a:off x="6364224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Oval 1689"/>
          <p:cNvSpPr/>
          <p:nvPr/>
        </p:nvSpPr>
        <p:spPr>
          <a:xfrm>
            <a:off x="6528816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Oval 1690"/>
          <p:cNvSpPr/>
          <p:nvPr/>
        </p:nvSpPr>
        <p:spPr>
          <a:xfrm>
            <a:off x="6693408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Oval 1691"/>
          <p:cNvSpPr/>
          <p:nvPr/>
        </p:nvSpPr>
        <p:spPr>
          <a:xfrm>
            <a:off x="6858000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Oval 1692"/>
          <p:cNvSpPr/>
          <p:nvPr/>
        </p:nvSpPr>
        <p:spPr>
          <a:xfrm>
            <a:off x="7022592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Oval 1693"/>
          <p:cNvSpPr/>
          <p:nvPr/>
        </p:nvSpPr>
        <p:spPr>
          <a:xfrm>
            <a:off x="7187184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Oval 1694"/>
          <p:cNvSpPr/>
          <p:nvPr/>
        </p:nvSpPr>
        <p:spPr>
          <a:xfrm>
            <a:off x="7351776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Oval 1695"/>
          <p:cNvSpPr/>
          <p:nvPr/>
        </p:nvSpPr>
        <p:spPr>
          <a:xfrm>
            <a:off x="7516368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Oval 1696"/>
          <p:cNvSpPr/>
          <p:nvPr/>
        </p:nvSpPr>
        <p:spPr>
          <a:xfrm>
            <a:off x="7680960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Oval 1697"/>
          <p:cNvSpPr/>
          <p:nvPr/>
        </p:nvSpPr>
        <p:spPr>
          <a:xfrm>
            <a:off x="7845552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Oval 1698"/>
          <p:cNvSpPr/>
          <p:nvPr/>
        </p:nvSpPr>
        <p:spPr>
          <a:xfrm>
            <a:off x="8010144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Oval 1699"/>
          <p:cNvSpPr/>
          <p:nvPr/>
        </p:nvSpPr>
        <p:spPr>
          <a:xfrm>
            <a:off x="8174736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Oval 1700"/>
          <p:cNvSpPr/>
          <p:nvPr/>
        </p:nvSpPr>
        <p:spPr>
          <a:xfrm>
            <a:off x="8339328" y="57058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Oval 1701"/>
          <p:cNvSpPr/>
          <p:nvPr/>
        </p:nvSpPr>
        <p:spPr>
          <a:xfrm>
            <a:off x="274320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Oval 1702"/>
          <p:cNvSpPr/>
          <p:nvPr/>
        </p:nvSpPr>
        <p:spPr>
          <a:xfrm>
            <a:off x="438912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Oval 1703"/>
          <p:cNvSpPr/>
          <p:nvPr/>
        </p:nvSpPr>
        <p:spPr>
          <a:xfrm>
            <a:off x="603504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Oval 1704"/>
          <p:cNvSpPr/>
          <p:nvPr/>
        </p:nvSpPr>
        <p:spPr>
          <a:xfrm>
            <a:off x="768096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Oval 1705"/>
          <p:cNvSpPr/>
          <p:nvPr/>
        </p:nvSpPr>
        <p:spPr>
          <a:xfrm>
            <a:off x="932688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Oval 1706"/>
          <p:cNvSpPr/>
          <p:nvPr/>
        </p:nvSpPr>
        <p:spPr>
          <a:xfrm>
            <a:off x="1097280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Oval 1707"/>
          <p:cNvSpPr/>
          <p:nvPr/>
        </p:nvSpPr>
        <p:spPr>
          <a:xfrm>
            <a:off x="1261872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Oval 1708"/>
          <p:cNvSpPr/>
          <p:nvPr/>
        </p:nvSpPr>
        <p:spPr>
          <a:xfrm>
            <a:off x="1426464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Oval 1709"/>
          <p:cNvSpPr/>
          <p:nvPr/>
        </p:nvSpPr>
        <p:spPr>
          <a:xfrm>
            <a:off x="1591056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Oval 1710"/>
          <p:cNvSpPr/>
          <p:nvPr/>
        </p:nvSpPr>
        <p:spPr>
          <a:xfrm>
            <a:off x="1755648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Oval 1711"/>
          <p:cNvSpPr/>
          <p:nvPr/>
        </p:nvSpPr>
        <p:spPr>
          <a:xfrm>
            <a:off x="1920240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Oval 1712"/>
          <p:cNvSpPr/>
          <p:nvPr/>
        </p:nvSpPr>
        <p:spPr>
          <a:xfrm>
            <a:off x="2084832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Oval 1713"/>
          <p:cNvSpPr/>
          <p:nvPr/>
        </p:nvSpPr>
        <p:spPr>
          <a:xfrm>
            <a:off x="2249424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Oval 1714"/>
          <p:cNvSpPr/>
          <p:nvPr/>
        </p:nvSpPr>
        <p:spPr>
          <a:xfrm>
            <a:off x="2414016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Oval 1715"/>
          <p:cNvSpPr/>
          <p:nvPr/>
        </p:nvSpPr>
        <p:spPr>
          <a:xfrm>
            <a:off x="2578608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Oval 1716"/>
          <p:cNvSpPr/>
          <p:nvPr/>
        </p:nvSpPr>
        <p:spPr>
          <a:xfrm>
            <a:off x="2743200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Oval 1717"/>
          <p:cNvSpPr/>
          <p:nvPr/>
        </p:nvSpPr>
        <p:spPr>
          <a:xfrm>
            <a:off x="2907792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Oval 1718"/>
          <p:cNvSpPr/>
          <p:nvPr/>
        </p:nvSpPr>
        <p:spPr>
          <a:xfrm>
            <a:off x="3072384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Oval 1719"/>
          <p:cNvSpPr/>
          <p:nvPr/>
        </p:nvSpPr>
        <p:spPr>
          <a:xfrm>
            <a:off x="3236976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Oval 1720"/>
          <p:cNvSpPr/>
          <p:nvPr/>
        </p:nvSpPr>
        <p:spPr>
          <a:xfrm>
            <a:off x="3401568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Oval 1721"/>
          <p:cNvSpPr/>
          <p:nvPr/>
        </p:nvSpPr>
        <p:spPr>
          <a:xfrm>
            <a:off x="3566160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Oval 1722"/>
          <p:cNvSpPr/>
          <p:nvPr/>
        </p:nvSpPr>
        <p:spPr>
          <a:xfrm>
            <a:off x="3730752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Oval 1723"/>
          <p:cNvSpPr/>
          <p:nvPr/>
        </p:nvSpPr>
        <p:spPr>
          <a:xfrm>
            <a:off x="3895344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Oval 1724"/>
          <p:cNvSpPr/>
          <p:nvPr/>
        </p:nvSpPr>
        <p:spPr>
          <a:xfrm>
            <a:off x="4059936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Oval 1725"/>
          <p:cNvSpPr/>
          <p:nvPr/>
        </p:nvSpPr>
        <p:spPr>
          <a:xfrm>
            <a:off x="4224528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Oval 1726"/>
          <p:cNvSpPr/>
          <p:nvPr/>
        </p:nvSpPr>
        <p:spPr>
          <a:xfrm>
            <a:off x="4389120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Oval 1727"/>
          <p:cNvSpPr/>
          <p:nvPr/>
        </p:nvSpPr>
        <p:spPr>
          <a:xfrm>
            <a:off x="4553712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Oval 1728"/>
          <p:cNvSpPr/>
          <p:nvPr/>
        </p:nvSpPr>
        <p:spPr>
          <a:xfrm>
            <a:off x="4718304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Oval 1729"/>
          <p:cNvSpPr/>
          <p:nvPr/>
        </p:nvSpPr>
        <p:spPr>
          <a:xfrm>
            <a:off x="4882896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Oval 1730"/>
          <p:cNvSpPr/>
          <p:nvPr/>
        </p:nvSpPr>
        <p:spPr>
          <a:xfrm>
            <a:off x="5047488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Oval 1731"/>
          <p:cNvSpPr/>
          <p:nvPr/>
        </p:nvSpPr>
        <p:spPr>
          <a:xfrm>
            <a:off x="5212080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Oval 1732"/>
          <p:cNvSpPr/>
          <p:nvPr/>
        </p:nvSpPr>
        <p:spPr>
          <a:xfrm>
            <a:off x="5376672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Oval 1733"/>
          <p:cNvSpPr/>
          <p:nvPr/>
        </p:nvSpPr>
        <p:spPr>
          <a:xfrm>
            <a:off x="5541264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Oval 1734"/>
          <p:cNvSpPr/>
          <p:nvPr/>
        </p:nvSpPr>
        <p:spPr>
          <a:xfrm>
            <a:off x="5705856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Oval 1735"/>
          <p:cNvSpPr/>
          <p:nvPr/>
        </p:nvSpPr>
        <p:spPr>
          <a:xfrm>
            <a:off x="5870448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Oval 1736"/>
          <p:cNvSpPr/>
          <p:nvPr/>
        </p:nvSpPr>
        <p:spPr>
          <a:xfrm>
            <a:off x="6035040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Oval 1737"/>
          <p:cNvSpPr/>
          <p:nvPr/>
        </p:nvSpPr>
        <p:spPr>
          <a:xfrm>
            <a:off x="6199632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Oval 1738"/>
          <p:cNvSpPr/>
          <p:nvPr/>
        </p:nvSpPr>
        <p:spPr>
          <a:xfrm>
            <a:off x="6364224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Oval 1739"/>
          <p:cNvSpPr/>
          <p:nvPr/>
        </p:nvSpPr>
        <p:spPr>
          <a:xfrm>
            <a:off x="6528816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Oval 1740"/>
          <p:cNvSpPr/>
          <p:nvPr/>
        </p:nvSpPr>
        <p:spPr>
          <a:xfrm>
            <a:off x="6693408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Oval 1741"/>
          <p:cNvSpPr/>
          <p:nvPr/>
        </p:nvSpPr>
        <p:spPr>
          <a:xfrm>
            <a:off x="6858000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Oval 1742"/>
          <p:cNvSpPr/>
          <p:nvPr/>
        </p:nvSpPr>
        <p:spPr>
          <a:xfrm>
            <a:off x="7022592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Oval 1743"/>
          <p:cNvSpPr/>
          <p:nvPr/>
        </p:nvSpPr>
        <p:spPr>
          <a:xfrm>
            <a:off x="7187184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Oval 1744"/>
          <p:cNvSpPr/>
          <p:nvPr/>
        </p:nvSpPr>
        <p:spPr>
          <a:xfrm>
            <a:off x="7351776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Oval 1745"/>
          <p:cNvSpPr/>
          <p:nvPr/>
        </p:nvSpPr>
        <p:spPr>
          <a:xfrm>
            <a:off x="7516368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Oval 1746"/>
          <p:cNvSpPr/>
          <p:nvPr/>
        </p:nvSpPr>
        <p:spPr>
          <a:xfrm>
            <a:off x="7680960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Oval 1747"/>
          <p:cNvSpPr/>
          <p:nvPr/>
        </p:nvSpPr>
        <p:spPr>
          <a:xfrm>
            <a:off x="7845552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Oval 1748"/>
          <p:cNvSpPr/>
          <p:nvPr/>
        </p:nvSpPr>
        <p:spPr>
          <a:xfrm>
            <a:off x="8010144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Oval 1749"/>
          <p:cNvSpPr/>
          <p:nvPr/>
        </p:nvSpPr>
        <p:spPr>
          <a:xfrm>
            <a:off x="8174736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Oval 1750"/>
          <p:cNvSpPr/>
          <p:nvPr/>
        </p:nvSpPr>
        <p:spPr>
          <a:xfrm>
            <a:off x="8339328" y="58704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Oval 1751"/>
          <p:cNvSpPr/>
          <p:nvPr/>
        </p:nvSpPr>
        <p:spPr>
          <a:xfrm>
            <a:off x="274320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Oval 1752"/>
          <p:cNvSpPr/>
          <p:nvPr/>
        </p:nvSpPr>
        <p:spPr>
          <a:xfrm>
            <a:off x="438912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Oval 1753"/>
          <p:cNvSpPr/>
          <p:nvPr/>
        </p:nvSpPr>
        <p:spPr>
          <a:xfrm>
            <a:off x="603504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Oval 1754"/>
          <p:cNvSpPr/>
          <p:nvPr/>
        </p:nvSpPr>
        <p:spPr>
          <a:xfrm>
            <a:off x="768096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Oval 1755"/>
          <p:cNvSpPr/>
          <p:nvPr/>
        </p:nvSpPr>
        <p:spPr>
          <a:xfrm>
            <a:off x="932688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Oval 1756"/>
          <p:cNvSpPr/>
          <p:nvPr/>
        </p:nvSpPr>
        <p:spPr>
          <a:xfrm>
            <a:off x="1097280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Oval 1757"/>
          <p:cNvSpPr/>
          <p:nvPr/>
        </p:nvSpPr>
        <p:spPr>
          <a:xfrm>
            <a:off x="1261872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Oval 1758"/>
          <p:cNvSpPr/>
          <p:nvPr/>
        </p:nvSpPr>
        <p:spPr>
          <a:xfrm>
            <a:off x="1426464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Oval 1759"/>
          <p:cNvSpPr/>
          <p:nvPr/>
        </p:nvSpPr>
        <p:spPr>
          <a:xfrm>
            <a:off x="1591056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Oval 1760"/>
          <p:cNvSpPr/>
          <p:nvPr/>
        </p:nvSpPr>
        <p:spPr>
          <a:xfrm>
            <a:off x="1755648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Oval 1761"/>
          <p:cNvSpPr/>
          <p:nvPr/>
        </p:nvSpPr>
        <p:spPr>
          <a:xfrm>
            <a:off x="1920240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Oval 1762"/>
          <p:cNvSpPr/>
          <p:nvPr/>
        </p:nvSpPr>
        <p:spPr>
          <a:xfrm>
            <a:off x="2084832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Oval 1763"/>
          <p:cNvSpPr/>
          <p:nvPr/>
        </p:nvSpPr>
        <p:spPr>
          <a:xfrm>
            <a:off x="2249424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Oval 1764"/>
          <p:cNvSpPr/>
          <p:nvPr/>
        </p:nvSpPr>
        <p:spPr>
          <a:xfrm>
            <a:off x="2414016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Oval 1765"/>
          <p:cNvSpPr/>
          <p:nvPr/>
        </p:nvSpPr>
        <p:spPr>
          <a:xfrm>
            <a:off x="2578608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Oval 1766"/>
          <p:cNvSpPr/>
          <p:nvPr/>
        </p:nvSpPr>
        <p:spPr>
          <a:xfrm>
            <a:off x="2743200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Oval 1767"/>
          <p:cNvSpPr/>
          <p:nvPr/>
        </p:nvSpPr>
        <p:spPr>
          <a:xfrm>
            <a:off x="2907792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Oval 1768"/>
          <p:cNvSpPr/>
          <p:nvPr/>
        </p:nvSpPr>
        <p:spPr>
          <a:xfrm>
            <a:off x="3072384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Oval 1769"/>
          <p:cNvSpPr/>
          <p:nvPr/>
        </p:nvSpPr>
        <p:spPr>
          <a:xfrm>
            <a:off x="3236976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Oval 1770"/>
          <p:cNvSpPr/>
          <p:nvPr/>
        </p:nvSpPr>
        <p:spPr>
          <a:xfrm>
            <a:off x="3401568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Oval 1771"/>
          <p:cNvSpPr/>
          <p:nvPr/>
        </p:nvSpPr>
        <p:spPr>
          <a:xfrm>
            <a:off x="3566160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Oval 1772"/>
          <p:cNvSpPr/>
          <p:nvPr/>
        </p:nvSpPr>
        <p:spPr>
          <a:xfrm>
            <a:off x="3730752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Oval 1773"/>
          <p:cNvSpPr/>
          <p:nvPr/>
        </p:nvSpPr>
        <p:spPr>
          <a:xfrm>
            <a:off x="3895344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Oval 1774"/>
          <p:cNvSpPr/>
          <p:nvPr/>
        </p:nvSpPr>
        <p:spPr>
          <a:xfrm>
            <a:off x="4059936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Oval 1775"/>
          <p:cNvSpPr/>
          <p:nvPr/>
        </p:nvSpPr>
        <p:spPr>
          <a:xfrm>
            <a:off x="4224528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Oval 1776"/>
          <p:cNvSpPr/>
          <p:nvPr/>
        </p:nvSpPr>
        <p:spPr>
          <a:xfrm>
            <a:off x="4389120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Oval 1777"/>
          <p:cNvSpPr/>
          <p:nvPr/>
        </p:nvSpPr>
        <p:spPr>
          <a:xfrm>
            <a:off x="4553712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Oval 1778"/>
          <p:cNvSpPr/>
          <p:nvPr/>
        </p:nvSpPr>
        <p:spPr>
          <a:xfrm>
            <a:off x="4718304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Oval 1779"/>
          <p:cNvSpPr/>
          <p:nvPr/>
        </p:nvSpPr>
        <p:spPr>
          <a:xfrm>
            <a:off x="4882896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Oval 1780"/>
          <p:cNvSpPr/>
          <p:nvPr/>
        </p:nvSpPr>
        <p:spPr>
          <a:xfrm>
            <a:off x="5047488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Oval 1781"/>
          <p:cNvSpPr/>
          <p:nvPr/>
        </p:nvSpPr>
        <p:spPr>
          <a:xfrm>
            <a:off x="5212080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Oval 1782"/>
          <p:cNvSpPr/>
          <p:nvPr/>
        </p:nvSpPr>
        <p:spPr>
          <a:xfrm>
            <a:off x="5376672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Oval 1783"/>
          <p:cNvSpPr/>
          <p:nvPr/>
        </p:nvSpPr>
        <p:spPr>
          <a:xfrm>
            <a:off x="5541264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Oval 1784"/>
          <p:cNvSpPr/>
          <p:nvPr/>
        </p:nvSpPr>
        <p:spPr>
          <a:xfrm>
            <a:off x="5705856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Oval 1785"/>
          <p:cNvSpPr/>
          <p:nvPr/>
        </p:nvSpPr>
        <p:spPr>
          <a:xfrm>
            <a:off x="5870448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Oval 1786"/>
          <p:cNvSpPr/>
          <p:nvPr/>
        </p:nvSpPr>
        <p:spPr>
          <a:xfrm>
            <a:off x="6035040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Oval 1787"/>
          <p:cNvSpPr/>
          <p:nvPr/>
        </p:nvSpPr>
        <p:spPr>
          <a:xfrm>
            <a:off x="6199632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Oval 1788"/>
          <p:cNvSpPr/>
          <p:nvPr/>
        </p:nvSpPr>
        <p:spPr>
          <a:xfrm>
            <a:off x="6364224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Oval 1789"/>
          <p:cNvSpPr/>
          <p:nvPr/>
        </p:nvSpPr>
        <p:spPr>
          <a:xfrm>
            <a:off x="6528816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Oval 1790"/>
          <p:cNvSpPr/>
          <p:nvPr/>
        </p:nvSpPr>
        <p:spPr>
          <a:xfrm>
            <a:off x="6693408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Oval 1791"/>
          <p:cNvSpPr/>
          <p:nvPr/>
        </p:nvSpPr>
        <p:spPr>
          <a:xfrm>
            <a:off x="6858000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Oval 1792"/>
          <p:cNvSpPr/>
          <p:nvPr/>
        </p:nvSpPr>
        <p:spPr>
          <a:xfrm>
            <a:off x="7022592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Oval 1793"/>
          <p:cNvSpPr/>
          <p:nvPr/>
        </p:nvSpPr>
        <p:spPr>
          <a:xfrm>
            <a:off x="7187184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Oval 1794"/>
          <p:cNvSpPr/>
          <p:nvPr/>
        </p:nvSpPr>
        <p:spPr>
          <a:xfrm>
            <a:off x="7351776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Oval 1795"/>
          <p:cNvSpPr/>
          <p:nvPr/>
        </p:nvSpPr>
        <p:spPr>
          <a:xfrm>
            <a:off x="7516368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Oval 1796"/>
          <p:cNvSpPr/>
          <p:nvPr/>
        </p:nvSpPr>
        <p:spPr>
          <a:xfrm>
            <a:off x="7680960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Oval 1797"/>
          <p:cNvSpPr/>
          <p:nvPr/>
        </p:nvSpPr>
        <p:spPr>
          <a:xfrm>
            <a:off x="7845552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Oval 1798"/>
          <p:cNvSpPr/>
          <p:nvPr/>
        </p:nvSpPr>
        <p:spPr>
          <a:xfrm>
            <a:off x="8010144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Oval 1799"/>
          <p:cNvSpPr/>
          <p:nvPr/>
        </p:nvSpPr>
        <p:spPr>
          <a:xfrm>
            <a:off x="8174736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Oval 1800"/>
          <p:cNvSpPr/>
          <p:nvPr/>
        </p:nvSpPr>
        <p:spPr>
          <a:xfrm>
            <a:off x="8339328" y="60350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Oval 1801"/>
          <p:cNvSpPr/>
          <p:nvPr/>
        </p:nvSpPr>
        <p:spPr>
          <a:xfrm>
            <a:off x="274320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Oval 1802"/>
          <p:cNvSpPr/>
          <p:nvPr/>
        </p:nvSpPr>
        <p:spPr>
          <a:xfrm>
            <a:off x="438912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Oval 1803"/>
          <p:cNvSpPr/>
          <p:nvPr/>
        </p:nvSpPr>
        <p:spPr>
          <a:xfrm>
            <a:off x="603504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Oval 1804"/>
          <p:cNvSpPr/>
          <p:nvPr/>
        </p:nvSpPr>
        <p:spPr>
          <a:xfrm>
            <a:off x="768096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Oval 1805"/>
          <p:cNvSpPr/>
          <p:nvPr/>
        </p:nvSpPr>
        <p:spPr>
          <a:xfrm>
            <a:off x="932688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Oval 1806"/>
          <p:cNvSpPr/>
          <p:nvPr/>
        </p:nvSpPr>
        <p:spPr>
          <a:xfrm>
            <a:off x="1097280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Oval 1807"/>
          <p:cNvSpPr/>
          <p:nvPr/>
        </p:nvSpPr>
        <p:spPr>
          <a:xfrm>
            <a:off x="1261872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Oval 1808"/>
          <p:cNvSpPr/>
          <p:nvPr/>
        </p:nvSpPr>
        <p:spPr>
          <a:xfrm>
            <a:off x="1426464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Oval 1809"/>
          <p:cNvSpPr/>
          <p:nvPr/>
        </p:nvSpPr>
        <p:spPr>
          <a:xfrm>
            <a:off x="1591056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1" name="Oval 1810"/>
          <p:cNvSpPr/>
          <p:nvPr/>
        </p:nvSpPr>
        <p:spPr>
          <a:xfrm>
            <a:off x="1755648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Oval 1811"/>
          <p:cNvSpPr/>
          <p:nvPr/>
        </p:nvSpPr>
        <p:spPr>
          <a:xfrm>
            <a:off x="1920240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Oval 1812"/>
          <p:cNvSpPr/>
          <p:nvPr/>
        </p:nvSpPr>
        <p:spPr>
          <a:xfrm>
            <a:off x="2084832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4" name="Oval 1813"/>
          <p:cNvSpPr/>
          <p:nvPr/>
        </p:nvSpPr>
        <p:spPr>
          <a:xfrm>
            <a:off x="2249424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Oval 1814"/>
          <p:cNvSpPr/>
          <p:nvPr/>
        </p:nvSpPr>
        <p:spPr>
          <a:xfrm>
            <a:off x="2414016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Oval 1815"/>
          <p:cNvSpPr/>
          <p:nvPr/>
        </p:nvSpPr>
        <p:spPr>
          <a:xfrm>
            <a:off x="2578608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7" name="Oval 1816"/>
          <p:cNvSpPr/>
          <p:nvPr/>
        </p:nvSpPr>
        <p:spPr>
          <a:xfrm>
            <a:off x="2743200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Oval 1817"/>
          <p:cNvSpPr/>
          <p:nvPr/>
        </p:nvSpPr>
        <p:spPr>
          <a:xfrm>
            <a:off x="2907792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Oval 1818"/>
          <p:cNvSpPr/>
          <p:nvPr/>
        </p:nvSpPr>
        <p:spPr>
          <a:xfrm>
            <a:off x="3072384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0" name="Oval 1819"/>
          <p:cNvSpPr/>
          <p:nvPr/>
        </p:nvSpPr>
        <p:spPr>
          <a:xfrm>
            <a:off x="3236976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Oval 1820"/>
          <p:cNvSpPr/>
          <p:nvPr/>
        </p:nvSpPr>
        <p:spPr>
          <a:xfrm>
            <a:off x="3401568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Oval 1821"/>
          <p:cNvSpPr/>
          <p:nvPr/>
        </p:nvSpPr>
        <p:spPr>
          <a:xfrm>
            <a:off x="3566160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3" name="Oval 1822"/>
          <p:cNvSpPr/>
          <p:nvPr/>
        </p:nvSpPr>
        <p:spPr>
          <a:xfrm>
            <a:off x="3730752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Oval 1823"/>
          <p:cNvSpPr/>
          <p:nvPr/>
        </p:nvSpPr>
        <p:spPr>
          <a:xfrm>
            <a:off x="3895344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Oval 1824"/>
          <p:cNvSpPr/>
          <p:nvPr/>
        </p:nvSpPr>
        <p:spPr>
          <a:xfrm>
            <a:off x="4059936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6" name="Oval 1825"/>
          <p:cNvSpPr/>
          <p:nvPr/>
        </p:nvSpPr>
        <p:spPr>
          <a:xfrm>
            <a:off x="4224528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Oval 1826"/>
          <p:cNvSpPr/>
          <p:nvPr/>
        </p:nvSpPr>
        <p:spPr>
          <a:xfrm>
            <a:off x="4389120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Oval 1827"/>
          <p:cNvSpPr/>
          <p:nvPr/>
        </p:nvSpPr>
        <p:spPr>
          <a:xfrm>
            <a:off x="4553712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9" name="Oval 1828"/>
          <p:cNvSpPr/>
          <p:nvPr/>
        </p:nvSpPr>
        <p:spPr>
          <a:xfrm>
            <a:off x="4718304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Oval 1829"/>
          <p:cNvSpPr/>
          <p:nvPr/>
        </p:nvSpPr>
        <p:spPr>
          <a:xfrm>
            <a:off x="4882896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Oval 1830"/>
          <p:cNvSpPr/>
          <p:nvPr/>
        </p:nvSpPr>
        <p:spPr>
          <a:xfrm>
            <a:off x="5047488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2" name="Oval 1831"/>
          <p:cNvSpPr/>
          <p:nvPr/>
        </p:nvSpPr>
        <p:spPr>
          <a:xfrm>
            <a:off x="5212080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Oval 1832"/>
          <p:cNvSpPr/>
          <p:nvPr/>
        </p:nvSpPr>
        <p:spPr>
          <a:xfrm>
            <a:off x="5376672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Oval 1833"/>
          <p:cNvSpPr/>
          <p:nvPr/>
        </p:nvSpPr>
        <p:spPr>
          <a:xfrm>
            <a:off x="5541264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5" name="Oval 1834"/>
          <p:cNvSpPr/>
          <p:nvPr/>
        </p:nvSpPr>
        <p:spPr>
          <a:xfrm>
            <a:off x="5705856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6" name="Oval 1835"/>
          <p:cNvSpPr/>
          <p:nvPr/>
        </p:nvSpPr>
        <p:spPr>
          <a:xfrm>
            <a:off x="5870448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Oval 1836"/>
          <p:cNvSpPr/>
          <p:nvPr/>
        </p:nvSpPr>
        <p:spPr>
          <a:xfrm>
            <a:off x="6035040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8" name="Oval 1837"/>
          <p:cNvSpPr/>
          <p:nvPr/>
        </p:nvSpPr>
        <p:spPr>
          <a:xfrm>
            <a:off x="6199632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9" name="Oval 1838"/>
          <p:cNvSpPr/>
          <p:nvPr/>
        </p:nvSpPr>
        <p:spPr>
          <a:xfrm>
            <a:off x="6364224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Oval 1839"/>
          <p:cNvSpPr/>
          <p:nvPr/>
        </p:nvSpPr>
        <p:spPr>
          <a:xfrm>
            <a:off x="6528816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1" name="Oval 1840"/>
          <p:cNvSpPr/>
          <p:nvPr/>
        </p:nvSpPr>
        <p:spPr>
          <a:xfrm>
            <a:off x="6693408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2" name="Oval 1841"/>
          <p:cNvSpPr/>
          <p:nvPr/>
        </p:nvSpPr>
        <p:spPr>
          <a:xfrm>
            <a:off x="6858000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Oval 1842"/>
          <p:cNvSpPr/>
          <p:nvPr/>
        </p:nvSpPr>
        <p:spPr>
          <a:xfrm>
            <a:off x="7022592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4" name="Oval 1843"/>
          <p:cNvSpPr/>
          <p:nvPr/>
        </p:nvSpPr>
        <p:spPr>
          <a:xfrm>
            <a:off x="7187184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5" name="Oval 1844"/>
          <p:cNvSpPr/>
          <p:nvPr/>
        </p:nvSpPr>
        <p:spPr>
          <a:xfrm>
            <a:off x="7351776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Oval 1845"/>
          <p:cNvSpPr/>
          <p:nvPr/>
        </p:nvSpPr>
        <p:spPr>
          <a:xfrm>
            <a:off x="7516368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7" name="Oval 1846"/>
          <p:cNvSpPr/>
          <p:nvPr/>
        </p:nvSpPr>
        <p:spPr>
          <a:xfrm>
            <a:off x="7680960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8" name="Oval 1847"/>
          <p:cNvSpPr/>
          <p:nvPr/>
        </p:nvSpPr>
        <p:spPr>
          <a:xfrm>
            <a:off x="7845552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Oval 1848"/>
          <p:cNvSpPr/>
          <p:nvPr/>
        </p:nvSpPr>
        <p:spPr>
          <a:xfrm>
            <a:off x="8010144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0" name="Oval 1849"/>
          <p:cNvSpPr/>
          <p:nvPr/>
        </p:nvSpPr>
        <p:spPr>
          <a:xfrm>
            <a:off x="8174736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1" name="Oval 1850"/>
          <p:cNvSpPr/>
          <p:nvPr/>
        </p:nvSpPr>
        <p:spPr>
          <a:xfrm>
            <a:off x="8339328" y="61996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2" name="Oval 1851"/>
          <p:cNvSpPr/>
          <p:nvPr/>
        </p:nvSpPr>
        <p:spPr>
          <a:xfrm>
            <a:off x="274320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3" name="Oval 1852"/>
          <p:cNvSpPr/>
          <p:nvPr/>
        </p:nvSpPr>
        <p:spPr>
          <a:xfrm>
            <a:off x="438912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4" name="Oval 1853"/>
          <p:cNvSpPr/>
          <p:nvPr/>
        </p:nvSpPr>
        <p:spPr>
          <a:xfrm>
            <a:off x="603504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Oval 1854"/>
          <p:cNvSpPr/>
          <p:nvPr/>
        </p:nvSpPr>
        <p:spPr>
          <a:xfrm>
            <a:off x="768096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6" name="Oval 1855"/>
          <p:cNvSpPr/>
          <p:nvPr/>
        </p:nvSpPr>
        <p:spPr>
          <a:xfrm>
            <a:off x="932688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7" name="Oval 1856"/>
          <p:cNvSpPr/>
          <p:nvPr/>
        </p:nvSpPr>
        <p:spPr>
          <a:xfrm>
            <a:off x="1097280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Oval 1857"/>
          <p:cNvSpPr/>
          <p:nvPr/>
        </p:nvSpPr>
        <p:spPr>
          <a:xfrm>
            <a:off x="1261872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Oval 1858"/>
          <p:cNvSpPr/>
          <p:nvPr/>
        </p:nvSpPr>
        <p:spPr>
          <a:xfrm>
            <a:off x="1426464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0" name="Oval 1859"/>
          <p:cNvSpPr/>
          <p:nvPr/>
        </p:nvSpPr>
        <p:spPr>
          <a:xfrm>
            <a:off x="1591056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Oval 1860"/>
          <p:cNvSpPr/>
          <p:nvPr/>
        </p:nvSpPr>
        <p:spPr>
          <a:xfrm>
            <a:off x="1755648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2" name="Oval 1861"/>
          <p:cNvSpPr/>
          <p:nvPr/>
        </p:nvSpPr>
        <p:spPr>
          <a:xfrm>
            <a:off x="1920240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3" name="Oval 1862"/>
          <p:cNvSpPr/>
          <p:nvPr/>
        </p:nvSpPr>
        <p:spPr>
          <a:xfrm>
            <a:off x="2084832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Oval 1863"/>
          <p:cNvSpPr/>
          <p:nvPr/>
        </p:nvSpPr>
        <p:spPr>
          <a:xfrm>
            <a:off x="2249424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5" name="Oval 1864"/>
          <p:cNvSpPr/>
          <p:nvPr/>
        </p:nvSpPr>
        <p:spPr>
          <a:xfrm>
            <a:off x="2414016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6" name="Oval 1865"/>
          <p:cNvSpPr/>
          <p:nvPr/>
        </p:nvSpPr>
        <p:spPr>
          <a:xfrm>
            <a:off x="2578608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Oval 1866"/>
          <p:cNvSpPr/>
          <p:nvPr/>
        </p:nvSpPr>
        <p:spPr>
          <a:xfrm>
            <a:off x="2743200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8" name="Oval 1867"/>
          <p:cNvSpPr/>
          <p:nvPr/>
        </p:nvSpPr>
        <p:spPr>
          <a:xfrm>
            <a:off x="2907792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9" name="Oval 1868"/>
          <p:cNvSpPr/>
          <p:nvPr/>
        </p:nvSpPr>
        <p:spPr>
          <a:xfrm>
            <a:off x="3072384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Oval 1869"/>
          <p:cNvSpPr/>
          <p:nvPr/>
        </p:nvSpPr>
        <p:spPr>
          <a:xfrm>
            <a:off x="3236976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1" name="Oval 1870"/>
          <p:cNvSpPr/>
          <p:nvPr/>
        </p:nvSpPr>
        <p:spPr>
          <a:xfrm>
            <a:off x="3401568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2" name="Oval 1871"/>
          <p:cNvSpPr/>
          <p:nvPr/>
        </p:nvSpPr>
        <p:spPr>
          <a:xfrm>
            <a:off x="3566160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Oval 1872"/>
          <p:cNvSpPr/>
          <p:nvPr/>
        </p:nvSpPr>
        <p:spPr>
          <a:xfrm>
            <a:off x="3730752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4" name="Oval 1873"/>
          <p:cNvSpPr/>
          <p:nvPr/>
        </p:nvSpPr>
        <p:spPr>
          <a:xfrm>
            <a:off x="3895344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5" name="Oval 1874"/>
          <p:cNvSpPr/>
          <p:nvPr/>
        </p:nvSpPr>
        <p:spPr>
          <a:xfrm>
            <a:off x="4059936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6" name="Oval 1875"/>
          <p:cNvSpPr/>
          <p:nvPr/>
        </p:nvSpPr>
        <p:spPr>
          <a:xfrm>
            <a:off x="4224528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7" name="Oval 1876"/>
          <p:cNvSpPr/>
          <p:nvPr/>
        </p:nvSpPr>
        <p:spPr>
          <a:xfrm>
            <a:off x="4389120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8" name="Oval 1877"/>
          <p:cNvSpPr/>
          <p:nvPr/>
        </p:nvSpPr>
        <p:spPr>
          <a:xfrm>
            <a:off x="4553712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9" name="Oval 1878"/>
          <p:cNvSpPr/>
          <p:nvPr/>
        </p:nvSpPr>
        <p:spPr>
          <a:xfrm>
            <a:off x="4718304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0" name="Oval 1879"/>
          <p:cNvSpPr/>
          <p:nvPr/>
        </p:nvSpPr>
        <p:spPr>
          <a:xfrm>
            <a:off x="4882896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1" name="Oval 1880"/>
          <p:cNvSpPr/>
          <p:nvPr/>
        </p:nvSpPr>
        <p:spPr>
          <a:xfrm>
            <a:off x="5047488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2" name="Oval 1881"/>
          <p:cNvSpPr/>
          <p:nvPr/>
        </p:nvSpPr>
        <p:spPr>
          <a:xfrm>
            <a:off x="5212080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3" name="Oval 1882"/>
          <p:cNvSpPr/>
          <p:nvPr/>
        </p:nvSpPr>
        <p:spPr>
          <a:xfrm>
            <a:off x="5376672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4" name="Oval 1883"/>
          <p:cNvSpPr/>
          <p:nvPr/>
        </p:nvSpPr>
        <p:spPr>
          <a:xfrm>
            <a:off x="5541264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5" name="Oval 1884"/>
          <p:cNvSpPr/>
          <p:nvPr/>
        </p:nvSpPr>
        <p:spPr>
          <a:xfrm>
            <a:off x="5705856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6" name="Oval 1885"/>
          <p:cNvSpPr/>
          <p:nvPr/>
        </p:nvSpPr>
        <p:spPr>
          <a:xfrm>
            <a:off x="5870448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7" name="Oval 1886"/>
          <p:cNvSpPr/>
          <p:nvPr/>
        </p:nvSpPr>
        <p:spPr>
          <a:xfrm>
            <a:off x="6035040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8" name="Oval 1887"/>
          <p:cNvSpPr/>
          <p:nvPr/>
        </p:nvSpPr>
        <p:spPr>
          <a:xfrm>
            <a:off x="6199632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9" name="Oval 1888"/>
          <p:cNvSpPr/>
          <p:nvPr/>
        </p:nvSpPr>
        <p:spPr>
          <a:xfrm>
            <a:off x="6364224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0" name="Oval 1889"/>
          <p:cNvSpPr/>
          <p:nvPr/>
        </p:nvSpPr>
        <p:spPr>
          <a:xfrm>
            <a:off x="6528816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1" name="Oval 1890"/>
          <p:cNvSpPr/>
          <p:nvPr/>
        </p:nvSpPr>
        <p:spPr>
          <a:xfrm>
            <a:off x="6693408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2" name="Oval 1891"/>
          <p:cNvSpPr/>
          <p:nvPr/>
        </p:nvSpPr>
        <p:spPr>
          <a:xfrm>
            <a:off x="6858000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Oval 1892"/>
          <p:cNvSpPr/>
          <p:nvPr/>
        </p:nvSpPr>
        <p:spPr>
          <a:xfrm>
            <a:off x="7022592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4" name="Oval 1893"/>
          <p:cNvSpPr/>
          <p:nvPr/>
        </p:nvSpPr>
        <p:spPr>
          <a:xfrm>
            <a:off x="7187184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5" name="Oval 1894"/>
          <p:cNvSpPr/>
          <p:nvPr/>
        </p:nvSpPr>
        <p:spPr>
          <a:xfrm>
            <a:off x="7351776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Oval 1895"/>
          <p:cNvSpPr/>
          <p:nvPr/>
        </p:nvSpPr>
        <p:spPr>
          <a:xfrm>
            <a:off x="7516368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7" name="Oval 1896"/>
          <p:cNvSpPr/>
          <p:nvPr/>
        </p:nvSpPr>
        <p:spPr>
          <a:xfrm>
            <a:off x="7680960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8" name="Oval 1897"/>
          <p:cNvSpPr/>
          <p:nvPr/>
        </p:nvSpPr>
        <p:spPr>
          <a:xfrm>
            <a:off x="7845552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Oval 1898"/>
          <p:cNvSpPr/>
          <p:nvPr/>
        </p:nvSpPr>
        <p:spPr>
          <a:xfrm>
            <a:off x="8010144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0" name="Oval 1899"/>
          <p:cNvSpPr/>
          <p:nvPr/>
        </p:nvSpPr>
        <p:spPr>
          <a:xfrm>
            <a:off x="8174736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1" name="Oval 1900"/>
          <p:cNvSpPr/>
          <p:nvPr/>
        </p:nvSpPr>
        <p:spPr>
          <a:xfrm>
            <a:off x="8339328" y="63642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2" name="Oval 1901"/>
          <p:cNvSpPr/>
          <p:nvPr/>
        </p:nvSpPr>
        <p:spPr>
          <a:xfrm>
            <a:off x="274320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3" name="Oval 1902"/>
          <p:cNvSpPr/>
          <p:nvPr/>
        </p:nvSpPr>
        <p:spPr>
          <a:xfrm>
            <a:off x="438912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4" name="Oval 1903"/>
          <p:cNvSpPr/>
          <p:nvPr/>
        </p:nvSpPr>
        <p:spPr>
          <a:xfrm>
            <a:off x="603504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5" name="Oval 1904"/>
          <p:cNvSpPr/>
          <p:nvPr/>
        </p:nvSpPr>
        <p:spPr>
          <a:xfrm>
            <a:off x="768096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6" name="Oval 1905"/>
          <p:cNvSpPr/>
          <p:nvPr/>
        </p:nvSpPr>
        <p:spPr>
          <a:xfrm>
            <a:off x="932688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7" name="Oval 1906"/>
          <p:cNvSpPr/>
          <p:nvPr/>
        </p:nvSpPr>
        <p:spPr>
          <a:xfrm>
            <a:off x="1097280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8" name="Oval 1907"/>
          <p:cNvSpPr/>
          <p:nvPr/>
        </p:nvSpPr>
        <p:spPr>
          <a:xfrm>
            <a:off x="1261872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9" name="Oval 1908"/>
          <p:cNvSpPr/>
          <p:nvPr/>
        </p:nvSpPr>
        <p:spPr>
          <a:xfrm>
            <a:off x="1426464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0" name="Oval 1909"/>
          <p:cNvSpPr/>
          <p:nvPr/>
        </p:nvSpPr>
        <p:spPr>
          <a:xfrm>
            <a:off x="1591056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1" name="Oval 1910"/>
          <p:cNvSpPr/>
          <p:nvPr/>
        </p:nvSpPr>
        <p:spPr>
          <a:xfrm>
            <a:off x="1755648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2" name="Oval 1911"/>
          <p:cNvSpPr/>
          <p:nvPr/>
        </p:nvSpPr>
        <p:spPr>
          <a:xfrm>
            <a:off x="1920240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3" name="Oval 1912"/>
          <p:cNvSpPr/>
          <p:nvPr/>
        </p:nvSpPr>
        <p:spPr>
          <a:xfrm>
            <a:off x="2084832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4" name="Oval 1913"/>
          <p:cNvSpPr/>
          <p:nvPr/>
        </p:nvSpPr>
        <p:spPr>
          <a:xfrm>
            <a:off x="2249424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5" name="Oval 1914"/>
          <p:cNvSpPr/>
          <p:nvPr/>
        </p:nvSpPr>
        <p:spPr>
          <a:xfrm>
            <a:off x="2414016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6" name="Oval 1915"/>
          <p:cNvSpPr/>
          <p:nvPr/>
        </p:nvSpPr>
        <p:spPr>
          <a:xfrm>
            <a:off x="2578608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7" name="Oval 1916"/>
          <p:cNvSpPr/>
          <p:nvPr/>
        </p:nvSpPr>
        <p:spPr>
          <a:xfrm>
            <a:off x="2743200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8" name="Oval 1917"/>
          <p:cNvSpPr/>
          <p:nvPr/>
        </p:nvSpPr>
        <p:spPr>
          <a:xfrm>
            <a:off x="2907792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9" name="Oval 1918"/>
          <p:cNvSpPr/>
          <p:nvPr/>
        </p:nvSpPr>
        <p:spPr>
          <a:xfrm>
            <a:off x="3072384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0" name="Oval 1919"/>
          <p:cNvSpPr/>
          <p:nvPr/>
        </p:nvSpPr>
        <p:spPr>
          <a:xfrm>
            <a:off x="3236976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1" name="Oval 1920"/>
          <p:cNvSpPr/>
          <p:nvPr/>
        </p:nvSpPr>
        <p:spPr>
          <a:xfrm>
            <a:off x="3401568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2" name="Oval 1921"/>
          <p:cNvSpPr/>
          <p:nvPr/>
        </p:nvSpPr>
        <p:spPr>
          <a:xfrm>
            <a:off x="3566160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3" name="Oval 1922"/>
          <p:cNvSpPr/>
          <p:nvPr/>
        </p:nvSpPr>
        <p:spPr>
          <a:xfrm>
            <a:off x="3730752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4" name="Oval 1923"/>
          <p:cNvSpPr/>
          <p:nvPr/>
        </p:nvSpPr>
        <p:spPr>
          <a:xfrm>
            <a:off x="3895344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5" name="Oval 1924"/>
          <p:cNvSpPr/>
          <p:nvPr/>
        </p:nvSpPr>
        <p:spPr>
          <a:xfrm>
            <a:off x="4059936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6" name="Oval 1925"/>
          <p:cNvSpPr/>
          <p:nvPr/>
        </p:nvSpPr>
        <p:spPr>
          <a:xfrm>
            <a:off x="4224528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7" name="Oval 1926"/>
          <p:cNvSpPr/>
          <p:nvPr/>
        </p:nvSpPr>
        <p:spPr>
          <a:xfrm>
            <a:off x="4389120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8" name="Oval 1927"/>
          <p:cNvSpPr/>
          <p:nvPr/>
        </p:nvSpPr>
        <p:spPr>
          <a:xfrm>
            <a:off x="4553712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9" name="Oval 1928"/>
          <p:cNvSpPr/>
          <p:nvPr/>
        </p:nvSpPr>
        <p:spPr>
          <a:xfrm>
            <a:off x="4718304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0" name="Oval 1929"/>
          <p:cNvSpPr/>
          <p:nvPr/>
        </p:nvSpPr>
        <p:spPr>
          <a:xfrm>
            <a:off x="4882896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1" name="Oval 1930"/>
          <p:cNvSpPr/>
          <p:nvPr/>
        </p:nvSpPr>
        <p:spPr>
          <a:xfrm>
            <a:off x="5047488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2" name="Oval 1931"/>
          <p:cNvSpPr/>
          <p:nvPr/>
        </p:nvSpPr>
        <p:spPr>
          <a:xfrm>
            <a:off x="5212080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3" name="Oval 1932"/>
          <p:cNvSpPr/>
          <p:nvPr/>
        </p:nvSpPr>
        <p:spPr>
          <a:xfrm>
            <a:off x="5376672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4" name="Oval 1933"/>
          <p:cNvSpPr/>
          <p:nvPr/>
        </p:nvSpPr>
        <p:spPr>
          <a:xfrm>
            <a:off x="5541264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5" name="Oval 1934"/>
          <p:cNvSpPr/>
          <p:nvPr/>
        </p:nvSpPr>
        <p:spPr>
          <a:xfrm>
            <a:off x="5705856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6" name="Oval 1935"/>
          <p:cNvSpPr/>
          <p:nvPr/>
        </p:nvSpPr>
        <p:spPr>
          <a:xfrm>
            <a:off x="5870448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7" name="Oval 1936"/>
          <p:cNvSpPr/>
          <p:nvPr/>
        </p:nvSpPr>
        <p:spPr>
          <a:xfrm>
            <a:off x="6035040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8" name="Oval 1937"/>
          <p:cNvSpPr/>
          <p:nvPr/>
        </p:nvSpPr>
        <p:spPr>
          <a:xfrm>
            <a:off x="6199632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9" name="Oval 1938"/>
          <p:cNvSpPr/>
          <p:nvPr/>
        </p:nvSpPr>
        <p:spPr>
          <a:xfrm>
            <a:off x="6364224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0" name="Oval 1939"/>
          <p:cNvSpPr/>
          <p:nvPr/>
        </p:nvSpPr>
        <p:spPr>
          <a:xfrm>
            <a:off x="6528816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1" name="Oval 1940"/>
          <p:cNvSpPr/>
          <p:nvPr/>
        </p:nvSpPr>
        <p:spPr>
          <a:xfrm>
            <a:off x="6693408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2" name="Oval 1941"/>
          <p:cNvSpPr/>
          <p:nvPr/>
        </p:nvSpPr>
        <p:spPr>
          <a:xfrm>
            <a:off x="6858000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3" name="Oval 1942"/>
          <p:cNvSpPr/>
          <p:nvPr/>
        </p:nvSpPr>
        <p:spPr>
          <a:xfrm>
            <a:off x="7022592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4" name="Oval 1943"/>
          <p:cNvSpPr/>
          <p:nvPr/>
        </p:nvSpPr>
        <p:spPr>
          <a:xfrm>
            <a:off x="7187184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" name="Oval 1944"/>
          <p:cNvSpPr/>
          <p:nvPr/>
        </p:nvSpPr>
        <p:spPr>
          <a:xfrm>
            <a:off x="7351776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6" name="Oval 1945"/>
          <p:cNvSpPr/>
          <p:nvPr/>
        </p:nvSpPr>
        <p:spPr>
          <a:xfrm>
            <a:off x="7516368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7" name="Oval 1946"/>
          <p:cNvSpPr/>
          <p:nvPr/>
        </p:nvSpPr>
        <p:spPr>
          <a:xfrm>
            <a:off x="7680960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8" name="Oval 1947"/>
          <p:cNvSpPr/>
          <p:nvPr/>
        </p:nvSpPr>
        <p:spPr>
          <a:xfrm>
            <a:off x="7845552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9" name="Oval 1948"/>
          <p:cNvSpPr/>
          <p:nvPr/>
        </p:nvSpPr>
        <p:spPr>
          <a:xfrm>
            <a:off x="8010144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0" name="Oval 1949"/>
          <p:cNvSpPr/>
          <p:nvPr/>
        </p:nvSpPr>
        <p:spPr>
          <a:xfrm>
            <a:off x="8174736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1" name="Oval 1950"/>
          <p:cNvSpPr/>
          <p:nvPr/>
        </p:nvSpPr>
        <p:spPr>
          <a:xfrm>
            <a:off x="8339328" y="65288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2" name="Oval 1951"/>
          <p:cNvSpPr/>
          <p:nvPr/>
        </p:nvSpPr>
        <p:spPr>
          <a:xfrm>
            <a:off x="274320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3" name="Oval 1952"/>
          <p:cNvSpPr/>
          <p:nvPr/>
        </p:nvSpPr>
        <p:spPr>
          <a:xfrm>
            <a:off x="438912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4" name="Oval 1953"/>
          <p:cNvSpPr/>
          <p:nvPr/>
        </p:nvSpPr>
        <p:spPr>
          <a:xfrm>
            <a:off x="603504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5" name="Oval 1954"/>
          <p:cNvSpPr/>
          <p:nvPr/>
        </p:nvSpPr>
        <p:spPr>
          <a:xfrm>
            <a:off x="768096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6" name="Oval 1955"/>
          <p:cNvSpPr/>
          <p:nvPr/>
        </p:nvSpPr>
        <p:spPr>
          <a:xfrm>
            <a:off x="932688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7" name="Oval 1956"/>
          <p:cNvSpPr/>
          <p:nvPr/>
        </p:nvSpPr>
        <p:spPr>
          <a:xfrm>
            <a:off x="1097280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8" name="Oval 1957"/>
          <p:cNvSpPr/>
          <p:nvPr/>
        </p:nvSpPr>
        <p:spPr>
          <a:xfrm>
            <a:off x="1261872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9" name="Oval 1958"/>
          <p:cNvSpPr/>
          <p:nvPr/>
        </p:nvSpPr>
        <p:spPr>
          <a:xfrm>
            <a:off x="1426464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0" name="Oval 1959"/>
          <p:cNvSpPr/>
          <p:nvPr/>
        </p:nvSpPr>
        <p:spPr>
          <a:xfrm>
            <a:off x="1591056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1" name="Oval 1960"/>
          <p:cNvSpPr/>
          <p:nvPr/>
        </p:nvSpPr>
        <p:spPr>
          <a:xfrm>
            <a:off x="1755648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2" name="Oval 1961"/>
          <p:cNvSpPr/>
          <p:nvPr/>
        </p:nvSpPr>
        <p:spPr>
          <a:xfrm>
            <a:off x="1920240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3" name="Oval 1962"/>
          <p:cNvSpPr/>
          <p:nvPr/>
        </p:nvSpPr>
        <p:spPr>
          <a:xfrm>
            <a:off x="2084832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4" name="Oval 1963"/>
          <p:cNvSpPr/>
          <p:nvPr/>
        </p:nvSpPr>
        <p:spPr>
          <a:xfrm>
            <a:off x="2249424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5" name="Oval 1964"/>
          <p:cNvSpPr/>
          <p:nvPr/>
        </p:nvSpPr>
        <p:spPr>
          <a:xfrm>
            <a:off x="2414016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6" name="Oval 1965"/>
          <p:cNvSpPr/>
          <p:nvPr/>
        </p:nvSpPr>
        <p:spPr>
          <a:xfrm>
            <a:off x="2578608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7" name="Oval 1966"/>
          <p:cNvSpPr/>
          <p:nvPr/>
        </p:nvSpPr>
        <p:spPr>
          <a:xfrm>
            <a:off x="2743200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8" name="Oval 1967"/>
          <p:cNvSpPr/>
          <p:nvPr/>
        </p:nvSpPr>
        <p:spPr>
          <a:xfrm>
            <a:off x="2907792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9" name="Oval 1968"/>
          <p:cNvSpPr/>
          <p:nvPr/>
        </p:nvSpPr>
        <p:spPr>
          <a:xfrm>
            <a:off x="3072384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0" name="Oval 1969"/>
          <p:cNvSpPr/>
          <p:nvPr/>
        </p:nvSpPr>
        <p:spPr>
          <a:xfrm>
            <a:off x="3236976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1" name="Oval 1970"/>
          <p:cNvSpPr/>
          <p:nvPr/>
        </p:nvSpPr>
        <p:spPr>
          <a:xfrm>
            <a:off x="3401568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2" name="Oval 1971"/>
          <p:cNvSpPr/>
          <p:nvPr/>
        </p:nvSpPr>
        <p:spPr>
          <a:xfrm>
            <a:off x="3566160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3" name="Oval 1972"/>
          <p:cNvSpPr/>
          <p:nvPr/>
        </p:nvSpPr>
        <p:spPr>
          <a:xfrm>
            <a:off x="3730752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4" name="Oval 1973"/>
          <p:cNvSpPr/>
          <p:nvPr/>
        </p:nvSpPr>
        <p:spPr>
          <a:xfrm>
            <a:off x="3895344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5" name="Oval 1974"/>
          <p:cNvSpPr/>
          <p:nvPr/>
        </p:nvSpPr>
        <p:spPr>
          <a:xfrm>
            <a:off x="4059936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6" name="Oval 1975"/>
          <p:cNvSpPr/>
          <p:nvPr/>
        </p:nvSpPr>
        <p:spPr>
          <a:xfrm>
            <a:off x="4224528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7" name="Oval 1976"/>
          <p:cNvSpPr/>
          <p:nvPr/>
        </p:nvSpPr>
        <p:spPr>
          <a:xfrm>
            <a:off x="4389120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8" name="Oval 1977"/>
          <p:cNvSpPr/>
          <p:nvPr/>
        </p:nvSpPr>
        <p:spPr>
          <a:xfrm>
            <a:off x="4553712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9" name="Oval 1978"/>
          <p:cNvSpPr/>
          <p:nvPr/>
        </p:nvSpPr>
        <p:spPr>
          <a:xfrm>
            <a:off x="4718304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0" name="Oval 1979"/>
          <p:cNvSpPr/>
          <p:nvPr/>
        </p:nvSpPr>
        <p:spPr>
          <a:xfrm>
            <a:off x="4882896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1" name="Oval 1980"/>
          <p:cNvSpPr/>
          <p:nvPr/>
        </p:nvSpPr>
        <p:spPr>
          <a:xfrm>
            <a:off x="5047488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2" name="Oval 1981"/>
          <p:cNvSpPr/>
          <p:nvPr/>
        </p:nvSpPr>
        <p:spPr>
          <a:xfrm>
            <a:off x="5212080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3" name="Oval 1982"/>
          <p:cNvSpPr/>
          <p:nvPr/>
        </p:nvSpPr>
        <p:spPr>
          <a:xfrm>
            <a:off x="5376672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4" name="Oval 1983"/>
          <p:cNvSpPr/>
          <p:nvPr/>
        </p:nvSpPr>
        <p:spPr>
          <a:xfrm>
            <a:off x="5541264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5" name="Oval 1984"/>
          <p:cNvSpPr/>
          <p:nvPr/>
        </p:nvSpPr>
        <p:spPr>
          <a:xfrm>
            <a:off x="5705856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6" name="Oval 1985"/>
          <p:cNvSpPr/>
          <p:nvPr/>
        </p:nvSpPr>
        <p:spPr>
          <a:xfrm>
            <a:off x="5870448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7" name="Oval 1986"/>
          <p:cNvSpPr/>
          <p:nvPr/>
        </p:nvSpPr>
        <p:spPr>
          <a:xfrm>
            <a:off x="6035040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8" name="Oval 1987"/>
          <p:cNvSpPr/>
          <p:nvPr/>
        </p:nvSpPr>
        <p:spPr>
          <a:xfrm>
            <a:off x="6199632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9" name="Oval 1988"/>
          <p:cNvSpPr/>
          <p:nvPr/>
        </p:nvSpPr>
        <p:spPr>
          <a:xfrm>
            <a:off x="6364224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0" name="Oval 1989"/>
          <p:cNvSpPr/>
          <p:nvPr/>
        </p:nvSpPr>
        <p:spPr>
          <a:xfrm>
            <a:off x="6528816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1" name="Oval 1990"/>
          <p:cNvSpPr/>
          <p:nvPr/>
        </p:nvSpPr>
        <p:spPr>
          <a:xfrm>
            <a:off x="6693408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2" name="Oval 1991"/>
          <p:cNvSpPr/>
          <p:nvPr/>
        </p:nvSpPr>
        <p:spPr>
          <a:xfrm>
            <a:off x="6858000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3" name="Oval 1992"/>
          <p:cNvSpPr/>
          <p:nvPr/>
        </p:nvSpPr>
        <p:spPr>
          <a:xfrm>
            <a:off x="7022592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4" name="Oval 1993"/>
          <p:cNvSpPr/>
          <p:nvPr/>
        </p:nvSpPr>
        <p:spPr>
          <a:xfrm>
            <a:off x="7187184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5" name="Oval 1994"/>
          <p:cNvSpPr/>
          <p:nvPr/>
        </p:nvSpPr>
        <p:spPr>
          <a:xfrm>
            <a:off x="7351776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6" name="Oval 1995"/>
          <p:cNvSpPr/>
          <p:nvPr/>
        </p:nvSpPr>
        <p:spPr>
          <a:xfrm>
            <a:off x="7516368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7" name="Oval 1996"/>
          <p:cNvSpPr/>
          <p:nvPr/>
        </p:nvSpPr>
        <p:spPr>
          <a:xfrm>
            <a:off x="7680960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8" name="Oval 1997"/>
          <p:cNvSpPr/>
          <p:nvPr/>
        </p:nvSpPr>
        <p:spPr>
          <a:xfrm>
            <a:off x="7845552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9" name="Oval 1998"/>
          <p:cNvSpPr/>
          <p:nvPr/>
        </p:nvSpPr>
        <p:spPr>
          <a:xfrm>
            <a:off x="8010144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0" name="Oval 1999"/>
          <p:cNvSpPr/>
          <p:nvPr/>
        </p:nvSpPr>
        <p:spPr>
          <a:xfrm>
            <a:off x="8174736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1" name="Oval 2000"/>
          <p:cNvSpPr/>
          <p:nvPr/>
        </p:nvSpPr>
        <p:spPr>
          <a:xfrm>
            <a:off x="8339328" y="66934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2" name="Oval 2001"/>
          <p:cNvSpPr/>
          <p:nvPr/>
        </p:nvSpPr>
        <p:spPr>
          <a:xfrm>
            <a:off x="274320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3" name="Oval 2002"/>
          <p:cNvSpPr/>
          <p:nvPr/>
        </p:nvSpPr>
        <p:spPr>
          <a:xfrm>
            <a:off x="438912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4" name="Oval 2003"/>
          <p:cNvSpPr/>
          <p:nvPr/>
        </p:nvSpPr>
        <p:spPr>
          <a:xfrm>
            <a:off x="603504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5" name="Oval 2004"/>
          <p:cNvSpPr/>
          <p:nvPr/>
        </p:nvSpPr>
        <p:spPr>
          <a:xfrm>
            <a:off x="768096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6" name="Oval 2005"/>
          <p:cNvSpPr/>
          <p:nvPr/>
        </p:nvSpPr>
        <p:spPr>
          <a:xfrm>
            <a:off x="932688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7" name="Oval 2006"/>
          <p:cNvSpPr/>
          <p:nvPr/>
        </p:nvSpPr>
        <p:spPr>
          <a:xfrm>
            <a:off x="1097280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8" name="Oval 2007"/>
          <p:cNvSpPr/>
          <p:nvPr/>
        </p:nvSpPr>
        <p:spPr>
          <a:xfrm>
            <a:off x="1261872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9" name="Oval 2008"/>
          <p:cNvSpPr/>
          <p:nvPr/>
        </p:nvSpPr>
        <p:spPr>
          <a:xfrm>
            <a:off x="1426464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0" name="Oval 2009"/>
          <p:cNvSpPr/>
          <p:nvPr/>
        </p:nvSpPr>
        <p:spPr>
          <a:xfrm>
            <a:off x="1591056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" name="Oval 2010"/>
          <p:cNvSpPr/>
          <p:nvPr/>
        </p:nvSpPr>
        <p:spPr>
          <a:xfrm>
            <a:off x="1755648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2" name="Oval 2011"/>
          <p:cNvSpPr/>
          <p:nvPr/>
        </p:nvSpPr>
        <p:spPr>
          <a:xfrm>
            <a:off x="1920240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3" name="Oval 2012"/>
          <p:cNvSpPr/>
          <p:nvPr/>
        </p:nvSpPr>
        <p:spPr>
          <a:xfrm>
            <a:off x="2084832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4" name="Oval 2013"/>
          <p:cNvSpPr/>
          <p:nvPr/>
        </p:nvSpPr>
        <p:spPr>
          <a:xfrm>
            <a:off x="2249424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" name="Oval 2014"/>
          <p:cNvSpPr/>
          <p:nvPr/>
        </p:nvSpPr>
        <p:spPr>
          <a:xfrm>
            <a:off x="2414016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6" name="Oval 2015"/>
          <p:cNvSpPr/>
          <p:nvPr/>
        </p:nvSpPr>
        <p:spPr>
          <a:xfrm>
            <a:off x="2578608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7" name="Oval 2016"/>
          <p:cNvSpPr/>
          <p:nvPr/>
        </p:nvSpPr>
        <p:spPr>
          <a:xfrm>
            <a:off x="2743200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8" name="Oval 2017"/>
          <p:cNvSpPr/>
          <p:nvPr/>
        </p:nvSpPr>
        <p:spPr>
          <a:xfrm>
            <a:off x="2907792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9" name="Oval 2018"/>
          <p:cNvSpPr/>
          <p:nvPr/>
        </p:nvSpPr>
        <p:spPr>
          <a:xfrm>
            <a:off x="3072384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0" name="Oval 2019"/>
          <p:cNvSpPr/>
          <p:nvPr/>
        </p:nvSpPr>
        <p:spPr>
          <a:xfrm>
            <a:off x="3236976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1" name="Oval 2020"/>
          <p:cNvSpPr/>
          <p:nvPr/>
        </p:nvSpPr>
        <p:spPr>
          <a:xfrm>
            <a:off x="3401568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2" name="Oval 2021"/>
          <p:cNvSpPr/>
          <p:nvPr/>
        </p:nvSpPr>
        <p:spPr>
          <a:xfrm>
            <a:off x="3566160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3" name="Oval 2022"/>
          <p:cNvSpPr/>
          <p:nvPr/>
        </p:nvSpPr>
        <p:spPr>
          <a:xfrm>
            <a:off x="3730752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4" name="Oval 2023"/>
          <p:cNvSpPr/>
          <p:nvPr/>
        </p:nvSpPr>
        <p:spPr>
          <a:xfrm>
            <a:off x="3895344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5" name="Oval 2024"/>
          <p:cNvSpPr/>
          <p:nvPr/>
        </p:nvSpPr>
        <p:spPr>
          <a:xfrm>
            <a:off x="4059936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6" name="Oval 2025"/>
          <p:cNvSpPr/>
          <p:nvPr/>
        </p:nvSpPr>
        <p:spPr>
          <a:xfrm>
            <a:off x="4224528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7" name="Oval 2026"/>
          <p:cNvSpPr/>
          <p:nvPr/>
        </p:nvSpPr>
        <p:spPr>
          <a:xfrm>
            <a:off x="4389120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8" name="Oval 2027"/>
          <p:cNvSpPr/>
          <p:nvPr/>
        </p:nvSpPr>
        <p:spPr>
          <a:xfrm>
            <a:off x="4553712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9" name="Oval 2028"/>
          <p:cNvSpPr/>
          <p:nvPr/>
        </p:nvSpPr>
        <p:spPr>
          <a:xfrm>
            <a:off x="4718304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0" name="Oval 2029"/>
          <p:cNvSpPr/>
          <p:nvPr/>
        </p:nvSpPr>
        <p:spPr>
          <a:xfrm>
            <a:off x="4882896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1" name="Oval 2030"/>
          <p:cNvSpPr/>
          <p:nvPr/>
        </p:nvSpPr>
        <p:spPr>
          <a:xfrm>
            <a:off x="5047488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2" name="Oval 2031"/>
          <p:cNvSpPr/>
          <p:nvPr/>
        </p:nvSpPr>
        <p:spPr>
          <a:xfrm>
            <a:off x="5212080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3" name="Oval 2032"/>
          <p:cNvSpPr/>
          <p:nvPr/>
        </p:nvSpPr>
        <p:spPr>
          <a:xfrm>
            <a:off x="5376672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4" name="Oval 2033"/>
          <p:cNvSpPr/>
          <p:nvPr/>
        </p:nvSpPr>
        <p:spPr>
          <a:xfrm>
            <a:off x="5541264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5" name="Oval 2034"/>
          <p:cNvSpPr/>
          <p:nvPr/>
        </p:nvSpPr>
        <p:spPr>
          <a:xfrm>
            <a:off x="5705856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6" name="Oval 2035"/>
          <p:cNvSpPr/>
          <p:nvPr/>
        </p:nvSpPr>
        <p:spPr>
          <a:xfrm>
            <a:off x="5870448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7" name="Oval 2036"/>
          <p:cNvSpPr/>
          <p:nvPr/>
        </p:nvSpPr>
        <p:spPr>
          <a:xfrm>
            <a:off x="6035040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8" name="Oval 2037"/>
          <p:cNvSpPr/>
          <p:nvPr/>
        </p:nvSpPr>
        <p:spPr>
          <a:xfrm>
            <a:off x="6199632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9" name="Oval 2038"/>
          <p:cNvSpPr/>
          <p:nvPr/>
        </p:nvSpPr>
        <p:spPr>
          <a:xfrm>
            <a:off x="6364224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0" name="Oval 2039"/>
          <p:cNvSpPr/>
          <p:nvPr/>
        </p:nvSpPr>
        <p:spPr>
          <a:xfrm>
            <a:off x="6528816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1" name="Oval 2040"/>
          <p:cNvSpPr/>
          <p:nvPr/>
        </p:nvSpPr>
        <p:spPr>
          <a:xfrm>
            <a:off x="6693408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2" name="Oval 2041"/>
          <p:cNvSpPr/>
          <p:nvPr/>
        </p:nvSpPr>
        <p:spPr>
          <a:xfrm>
            <a:off x="6858000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3" name="Oval 2042"/>
          <p:cNvSpPr/>
          <p:nvPr/>
        </p:nvSpPr>
        <p:spPr>
          <a:xfrm>
            <a:off x="7022592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4" name="Oval 2043"/>
          <p:cNvSpPr/>
          <p:nvPr/>
        </p:nvSpPr>
        <p:spPr>
          <a:xfrm>
            <a:off x="7187184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5" name="Oval 2044"/>
          <p:cNvSpPr/>
          <p:nvPr/>
        </p:nvSpPr>
        <p:spPr>
          <a:xfrm>
            <a:off x="7351776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6" name="Oval 2045"/>
          <p:cNvSpPr/>
          <p:nvPr/>
        </p:nvSpPr>
        <p:spPr>
          <a:xfrm>
            <a:off x="7516368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7" name="Oval 2046"/>
          <p:cNvSpPr/>
          <p:nvPr/>
        </p:nvSpPr>
        <p:spPr>
          <a:xfrm>
            <a:off x="7680960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8" name="Oval 2047"/>
          <p:cNvSpPr/>
          <p:nvPr/>
        </p:nvSpPr>
        <p:spPr>
          <a:xfrm>
            <a:off x="7845552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9" name="Oval 2048"/>
          <p:cNvSpPr/>
          <p:nvPr/>
        </p:nvSpPr>
        <p:spPr>
          <a:xfrm>
            <a:off x="8010144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0" name="Oval 2049"/>
          <p:cNvSpPr/>
          <p:nvPr/>
        </p:nvSpPr>
        <p:spPr>
          <a:xfrm>
            <a:off x="8174736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1" name="Oval 2050"/>
          <p:cNvSpPr/>
          <p:nvPr/>
        </p:nvSpPr>
        <p:spPr>
          <a:xfrm>
            <a:off x="8339328" y="68580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2" name="Oval 2051"/>
          <p:cNvSpPr/>
          <p:nvPr/>
        </p:nvSpPr>
        <p:spPr>
          <a:xfrm>
            <a:off x="274320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Oval 2052"/>
          <p:cNvSpPr/>
          <p:nvPr/>
        </p:nvSpPr>
        <p:spPr>
          <a:xfrm>
            <a:off x="438912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4" name="Oval 2053"/>
          <p:cNvSpPr/>
          <p:nvPr/>
        </p:nvSpPr>
        <p:spPr>
          <a:xfrm>
            <a:off x="603504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5" name="Oval 2054"/>
          <p:cNvSpPr/>
          <p:nvPr/>
        </p:nvSpPr>
        <p:spPr>
          <a:xfrm>
            <a:off x="768096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6" name="Oval 2055"/>
          <p:cNvSpPr/>
          <p:nvPr/>
        </p:nvSpPr>
        <p:spPr>
          <a:xfrm>
            <a:off x="932688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7" name="Oval 2056"/>
          <p:cNvSpPr/>
          <p:nvPr/>
        </p:nvSpPr>
        <p:spPr>
          <a:xfrm>
            <a:off x="1097280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" name="Oval 2057"/>
          <p:cNvSpPr/>
          <p:nvPr/>
        </p:nvSpPr>
        <p:spPr>
          <a:xfrm>
            <a:off x="1261872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9" name="Oval 2058"/>
          <p:cNvSpPr/>
          <p:nvPr/>
        </p:nvSpPr>
        <p:spPr>
          <a:xfrm>
            <a:off x="1426464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0" name="Oval 2059"/>
          <p:cNvSpPr/>
          <p:nvPr/>
        </p:nvSpPr>
        <p:spPr>
          <a:xfrm>
            <a:off x="1591056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1" name="Oval 2060"/>
          <p:cNvSpPr/>
          <p:nvPr/>
        </p:nvSpPr>
        <p:spPr>
          <a:xfrm>
            <a:off x="1755648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2" name="Oval 2061"/>
          <p:cNvSpPr/>
          <p:nvPr/>
        </p:nvSpPr>
        <p:spPr>
          <a:xfrm>
            <a:off x="1920240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3" name="Oval 2062"/>
          <p:cNvSpPr/>
          <p:nvPr/>
        </p:nvSpPr>
        <p:spPr>
          <a:xfrm>
            <a:off x="2084832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4" name="Oval 2063"/>
          <p:cNvSpPr/>
          <p:nvPr/>
        </p:nvSpPr>
        <p:spPr>
          <a:xfrm>
            <a:off x="2249424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5" name="Oval 2064"/>
          <p:cNvSpPr/>
          <p:nvPr/>
        </p:nvSpPr>
        <p:spPr>
          <a:xfrm>
            <a:off x="2414016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6" name="Oval 2065"/>
          <p:cNvSpPr/>
          <p:nvPr/>
        </p:nvSpPr>
        <p:spPr>
          <a:xfrm>
            <a:off x="2578608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7" name="Oval 2066"/>
          <p:cNvSpPr/>
          <p:nvPr/>
        </p:nvSpPr>
        <p:spPr>
          <a:xfrm>
            <a:off x="2743200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8" name="Oval 2067"/>
          <p:cNvSpPr/>
          <p:nvPr/>
        </p:nvSpPr>
        <p:spPr>
          <a:xfrm>
            <a:off x="2907792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9" name="Oval 2068"/>
          <p:cNvSpPr/>
          <p:nvPr/>
        </p:nvSpPr>
        <p:spPr>
          <a:xfrm>
            <a:off x="3072384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0" name="Oval 2069"/>
          <p:cNvSpPr/>
          <p:nvPr/>
        </p:nvSpPr>
        <p:spPr>
          <a:xfrm>
            <a:off x="3236976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1" name="Oval 2070"/>
          <p:cNvSpPr/>
          <p:nvPr/>
        </p:nvSpPr>
        <p:spPr>
          <a:xfrm>
            <a:off x="3401568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2" name="Oval 2071"/>
          <p:cNvSpPr/>
          <p:nvPr/>
        </p:nvSpPr>
        <p:spPr>
          <a:xfrm>
            <a:off x="3566160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3" name="Oval 2072"/>
          <p:cNvSpPr/>
          <p:nvPr/>
        </p:nvSpPr>
        <p:spPr>
          <a:xfrm>
            <a:off x="3730752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4" name="Oval 2073"/>
          <p:cNvSpPr/>
          <p:nvPr/>
        </p:nvSpPr>
        <p:spPr>
          <a:xfrm>
            <a:off x="3895344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5" name="Oval 2074"/>
          <p:cNvSpPr/>
          <p:nvPr/>
        </p:nvSpPr>
        <p:spPr>
          <a:xfrm>
            <a:off x="4059936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6" name="Oval 2075"/>
          <p:cNvSpPr/>
          <p:nvPr/>
        </p:nvSpPr>
        <p:spPr>
          <a:xfrm>
            <a:off x="4224528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7" name="Oval 2076"/>
          <p:cNvSpPr/>
          <p:nvPr/>
        </p:nvSpPr>
        <p:spPr>
          <a:xfrm>
            <a:off x="4389120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8" name="Oval 2077"/>
          <p:cNvSpPr/>
          <p:nvPr/>
        </p:nvSpPr>
        <p:spPr>
          <a:xfrm>
            <a:off x="4553712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9" name="Oval 2078"/>
          <p:cNvSpPr/>
          <p:nvPr/>
        </p:nvSpPr>
        <p:spPr>
          <a:xfrm>
            <a:off x="4718304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0" name="Oval 2079"/>
          <p:cNvSpPr/>
          <p:nvPr/>
        </p:nvSpPr>
        <p:spPr>
          <a:xfrm>
            <a:off x="4882896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1" name="Oval 2080"/>
          <p:cNvSpPr/>
          <p:nvPr/>
        </p:nvSpPr>
        <p:spPr>
          <a:xfrm>
            <a:off x="5047488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2" name="Oval 2081"/>
          <p:cNvSpPr/>
          <p:nvPr/>
        </p:nvSpPr>
        <p:spPr>
          <a:xfrm>
            <a:off x="5212080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" name="Oval 2082"/>
          <p:cNvSpPr/>
          <p:nvPr/>
        </p:nvSpPr>
        <p:spPr>
          <a:xfrm>
            <a:off x="5376672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4" name="Oval 2083"/>
          <p:cNvSpPr/>
          <p:nvPr/>
        </p:nvSpPr>
        <p:spPr>
          <a:xfrm>
            <a:off x="5541264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5" name="Oval 2084"/>
          <p:cNvSpPr/>
          <p:nvPr/>
        </p:nvSpPr>
        <p:spPr>
          <a:xfrm>
            <a:off x="5705856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6" name="Oval 2085"/>
          <p:cNvSpPr/>
          <p:nvPr/>
        </p:nvSpPr>
        <p:spPr>
          <a:xfrm>
            <a:off x="5870448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7" name="Oval 2086"/>
          <p:cNvSpPr/>
          <p:nvPr/>
        </p:nvSpPr>
        <p:spPr>
          <a:xfrm>
            <a:off x="6035040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8" name="Oval 2087"/>
          <p:cNvSpPr/>
          <p:nvPr/>
        </p:nvSpPr>
        <p:spPr>
          <a:xfrm>
            <a:off x="6199632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9" name="Oval 2088"/>
          <p:cNvSpPr/>
          <p:nvPr/>
        </p:nvSpPr>
        <p:spPr>
          <a:xfrm>
            <a:off x="6364224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0" name="Oval 2089"/>
          <p:cNvSpPr/>
          <p:nvPr/>
        </p:nvSpPr>
        <p:spPr>
          <a:xfrm>
            <a:off x="6528816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1" name="Oval 2090"/>
          <p:cNvSpPr/>
          <p:nvPr/>
        </p:nvSpPr>
        <p:spPr>
          <a:xfrm>
            <a:off x="6693408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2" name="Oval 2091"/>
          <p:cNvSpPr/>
          <p:nvPr/>
        </p:nvSpPr>
        <p:spPr>
          <a:xfrm>
            <a:off x="6858000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3" name="Oval 2092"/>
          <p:cNvSpPr/>
          <p:nvPr/>
        </p:nvSpPr>
        <p:spPr>
          <a:xfrm>
            <a:off x="7022592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4" name="Oval 2093"/>
          <p:cNvSpPr/>
          <p:nvPr/>
        </p:nvSpPr>
        <p:spPr>
          <a:xfrm>
            <a:off x="7187184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5" name="Oval 2094"/>
          <p:cNvSpPr/>
          <p:nvPr/>
        </p:nvSpPr>
        <p:spPr>
          <a:xfrm>
            <a:off x="7351776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6" name="Oval 2095"/>
          <p:cNvSpPr/>
          <p:nvPr/>
        </p:nvSpPr>
        <p:spPr>
          <a:xfrm>
            <a:off x="7516368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" name="Oval 2096"/>
          <p:cNvSpPr/>
          <p:nvPr/>
        </p:nvSpPr>
        <p:spPr>
          <a:xfrm>
            <a:off x="7680960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8" name="Oval 2097"/>
          <p:cNvSpPr/>
          <p:nvPr/>
        </p:nvSpPr>
        <p:spPr>
          <a:xfrm>
            <a:off x="7845552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9" name="Oval 2098"/>
          <p:cNvSpPr/>
          <p:nvPr/>
        </p:nvSpPr>
        <p:spPr>
          <a:xfrm>
            <a:off x="8010144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0" name="Oval 2099"/>
          <p:cNvSpPr/>
          <p:nvPr/>
        </p:nvSpPr>
        <p:spPr>
          <a:xfrm>
            <a:off x="8174736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1" name="Oval 2100"/>
          <p:cNvSpPr/>
          <p:nvPr/>
        </p:nvSpPr>
        <p:spPr>
          <a:xfrm>
            <a:off x="8339328" y="70225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2" name="Oval 2101"/>
          <p:cNvSpPr/>
          <p:nvPr/>
        </p:nvSpPr>
        <p:spPr>
          <a:xfrm>
            <a:off x="274320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" name="Oval 2102"/>
          <p:cNvSpPr/>
          <p:nvPr/>
        </p:nvSpPr>
        <p:spPr>
          <a:xfrm>
            <a:off x="438912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" name="Oval 2103"/>
          <p:cNvSpPr/>
          <p:nvPr/>
        </p:nvSpPr>
        <p:spPr>
          <a:xfrm>
            <a:off x="603504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" name="Oval 2104"/>
          <p:cNvSpPr/>
          <p:nvPr/>
        </p:nvSpPr>
        <p:spPr>
          <a:xfrm>
            <a:off x="768096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6" name="Oval 2105"/>
          <p:cNvSpPr/>
          <p:nvPr/>
        </p:nvSpPr>
        <p:spPr>
          <a:xfrm>
            <a:off x="932688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7" name="Oval 2106"/>
          <p:cNvSpPr/>
          <p:nvPr/>
        </p:nvSpPr>
        <p:spPr>
          <a:xfrm>
            <a:off x="1097280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8" name="Oval 2107"/>
          <p:cNvSpPr/>
          <p:nvPr/>
        </p:nvSpPr>
        <p:spPr>
          <a:xfrm>
            <a:off x="1261872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9" name="Oval 2108"/>
          <p:cNvSpPr/>
          <p:nvPr/>
        </p:nvSpPr>
        <p:spPr>
          <a:xfrm>
            <a:off x="1426464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0" name="Oval 2109"/>
          <p:cNvSpPr/>
          <p:nvPr/>
        </p:nvSpPr>
        <p:spPr>
          <a:xfrm>
            <a:off x="1591056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1" name="Oval 2110"/>
          <p:cNvSpPr/>
          <p:nvPr/>
        </p:nvSpPr>
        <p:spPr>
          <a:xfrm>
            <a:off x="1755648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2" name="Oval 2111"/>
          <p:cNvSpPr/>
          <p:nvPr/>
        </p:nvSpPr>
        <p:spPr>
          <a:xfrm>
            <a:off x="1920240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3" name="Oval 2112"/>
          <p:cNvSpPr/>
          <p:nvPr/>
        </p:nvSpPr>
        <p:spPr>
          <a:xfrm>
            <a:off x="2084832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4" name="Oval 2113"/>
          <p:cNvSpPr/>
          <p:nvPr/>
        </p:nvSpPr>
        <p:spPr>
          <a:xfrm>
            <a:off x="2249424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5" name="Oval 2114"/>
          <p:cNvSpPr/>
          <p:nvPr/>
        </p:nvSpPr>
        <p:spPr>
          <a:xfrm>
            <a:off x="2414016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6" name="Oval 2115"/>
          <p:cNvSpPr/>
          <p:nvPr/>
        </p:nvSpPr>
        <p:spPr>
          <a:xfrm>
            <a:off x="2578608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7" name="Oval 2116"/>
          <p:cNvSpPr/>
          <p:nvPr/>
        </p:nvSpPr>
        <p:spPr>
          <a:xfrm>
            <a:off x="2743200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8" name="Oval 2117"/>
          <p:cNvSpPr/>
          <p:nvPr/>
        </p:nvSpPr>
        <p:spPr>
          <a:xfrm>
            <a:off x="2907792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9" name="Oval 2118"/>
          <p:cNvSpPr/>
          <p:nvPr/>
        </p:nvSpPr>
        <p:spPr>
          <a:xfrm>
            <a:off x="3072384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0" name="Oval 2119"/>
          <p:cNvSpPr/>
          <p:nvPr/>
        </p:nvSpPr>
        <p:spPr>
          <a:xfrm>
            <a:off x="3236976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1" name="Oval 2120"/>
          <p:cNvSpPr/>
          <p:nvPr/>
        </p:nvSpPr>
        <p:spPr>
          <a:xfrm>
            <a:off x="3401568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2" name="Oval 2121"/>
          <p:cNvSpPr/>
          <p:nvPr/>
        </p:nvSpPr>
        <p:spPr>
          <a:xfrm>
            <a:off x="3566160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3" name="Oval 2122"/>
          <p:cNvSpPr/>
          <p:nvPr/>
        </p:nvSpPr>
        <p:spPr>
          <a:xfrm>
            <a:off x="3730752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4" name="Oval 2123"/>
          <p:cNvSpPr/>
          <p:nvPr/>
        </p:nvSpPr>
        <p:spPr>
          <a:xfrm>
            <a:off x="3895344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5" name="Oval 2124"/>
          <p:cNvSpPr/>
          <p:nvPr/>
        </p:nvSpPr>
        <p:spPr>
          <a:xfrm>
            <a:off x="4059936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6" name="Oval 2125"/>
          <p:cNvSpPr/>
          <p:nvPr/>
        </p:nvSpPr>
        <p:spPr>
          <a:xfrm>
            <a:off x="4224528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7" name="Oval 2126"/>
          <p:cNvSpPr/>
          <p:nvPr/>
        </p:nvSpPr>
        <p:spPr>
          <a:xfrm>
            <a:off x="4389120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8" name="Oval 2127"/>
          <p:cNvSpPr/>
          <p:nvPr/>
        </p:nvSpPr>
        <p:spPr>
          <a:xfrm>
            <a:off x="4553712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9" name="Oval 2128"/>
          <p:cNvSpPr/>
          <p:nvPr/>
        </p:nvSpPr>
        <p:spPr>
          <a:xfrm>
            <a:off x="4718304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0" name="Oval 2129"/>
          <p:cNvSpPr/>
          <p:nvPr/>
        </p:nvSpPr>
        <p:spPr>
          <a:xfrm>
            <a:off x="4882896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1" name="Oval 2130"/>
          <p:cNvSpPr/>
          <p:nvPr/>
        </p:nvSpPr>
        <p:spPr>
          <a:xfrm>
            <a:off x="5047488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2" name="Oval 2131"/>
          <p:cNvSpPr/>
          <p:nvPr/>
        </p:nvSpPr>
        <p:spPr>
          <a:xfrm>
            <a:off x="5212080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3" name="Oval 2132"/>
          <p:cNvSpPr/>
          <p:nvPr/>
        </p:nvSpPr>
        <p:spPr>
          <a:xfrm>
            <a:off x="5376672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4" name="Oval 2133"/>
          <p:cNvSpPr/>
          <p:nvPr/>
        </p:nvSpPr>
        <p:spPr>
          <a:xfrm>
            <a:off x="5541264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5" name="Oval 2134"/>
          <p:cNvSpPr/>
          <p:nvPr/>
        </p:nvSpPr>
        <p:spPr>
          <a:xfrm>
            <a:off x="5705856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6" name="Oval 2135"/>
          <p:cNvSpPr/>
          <p:nvPr/>
        </p:nvSpPr>
        <p:spPr>
          <a:xfrm>
            <a:off x="5870448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7" name="Oval 2136"/>
          <p:cNvSpPr/>
          <p:nvPr/>
        </p:nvSpPr>
        <p:spPr>
          <a:xfrm>
            <a:off x="6035040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8" name="Oval 2137"/>
          <p:cNvSpPr/>
          <p:nvPr/>
        </p:nvSpPr>
        <p:spPr>
          <a:xfrm>
            <a:off x="6199632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9" name="Oval 2138"/>
          <p:cNvSpPr/>
          <p:nvPr/>
        </p:nvSpPr>
        <p:spPr>
          <a:xfrm>
            <a:off x="6364224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0" name="Oval 2139"/>
          <p:cNvSpPr/>
          <p:nvPr/>
        </p:nvSpPr>
        <p:spPr>
          <a:xfrm>
            <a:off x="6528816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1" name="Oval 2140"/>
          <p:cNvSpPr/>
          <p:nvPr/>
        </p:nvSpPr>
        <p:spPr>
          <a:xfrm>
            <a:off x="6693408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" name="Oval 2141"/>
          <p:cNvSpPr/>
          <p:nvPr/>
        </p:nvSpPr>
        <p:spPr>
          <a:xfrm>
            <a:off x="6858000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" name="Oval 2142"/>
          <p:cNvSpPr/>
          <p:nvPr/>
        </p:nvSpPr>
        <p:spPr>
          <a:xfrm>
            <a:off x="7022592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" name="Oval 2143"/>
          <p:cNvSpPr/>
          <p:nvPr/>
        </p:nvSpPr>
        <p:spPr>
          <a:xfrm>
            <a:off x="7187184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" name="Oval 2144"/>
          <p:cNvSpPr/>
          <p:nvPr/>
        </p:nvSpPr>
        <p:spPr>
          <a:xfrm>
            <a:off x="7351776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6" name="Oval 2145"/>
          <p:cNvSpPr/>
          <p:nvPr/>
        </p:nvSpPr>
        <p:spPr>
          <a:xfrm>
            <a:off x="7516368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7" name="Oval 2146"/>
          <p:cNvSpPr/>
          <p:nvPr/>
        </p:nvSpPr>
        <p:spPr>
          <a:xfrm>
            <a:off x="7680960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8" name="Oval 2147"/>
          <p:cNvSpPr/>
          <p:nvPr/>
        </p:nvSpPr>
        <p:spPr>
          <a:xfrm>
            <a:off x="7845552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9" name="Oval 2148"/>
          <p:cNvSpPr/>
          <p:nvPr/>
        </p:nvSpPr>
        <p:spPr>
          <a:xfrm>
            <a:off x="8010144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0" name="Oval 2149"/>
          <p:cNvSpPr/>
          <p:nvPr/>
        </p:nvSpPr>
        <p:spPr>
          <a:xfrm>
            <a:off x="8174736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1" name="Oval 2150"/>
          <p:cNvSpPr/>
          <p:nvPr/>
        </p:nvSpPr>
        <p:spPr>
          <a:xfrm>
            <a:off x="8339328" y="71871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2" name="Oval 2151"/>
          <p:cNvSpPr/>
          <p:nvPr/>
        </p:nvSpPr>
        <p:spPr>
          <a:xfrm>
            <a:off x="274320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3" name="Oval 2152"/>
          <p:cNvSpPr/>
          <p:nvPr/>
        </p:nvSpPr>
        <p:spPr>
          <a:xfrm>
            <a:off x="438912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4" name="Oval 2153"/>
          <p:cNvSpPr/>
          <p:nvPr/>
        </p:nvSpPr>
        <p:spPr>
          <a:xfrm>
            <a:off x="603504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5" name="Oval 2154"/>
          <p:cNvSpPr/>
          <p:nvPr/>
        </p:nvSpPr>
        <p:spPr>
          <a:xfrm>
            <a:off x="768096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6" name="Oval 2155"/>
          <p:cNvSpPr/>
          <p:nvPr/>
        </p:nvSpPr>
        <p:spPr>
          <a:xfrm>
            <a:off x="932688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7" name="Oval 2156"/>
          <p:cNvSpPr/>
          <p:nvPr/>
        </p:nvSpPr>
        <p:spPr>
          <a:xfrm>
            <a:off x="1097280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8" name="Oval 2157"/>
          <p:cNvSpPr/>
          <p:nvPr/>
        </p:nvSpPr>
        <p:spPr>
          <a:xfrm>
            <a:off x="1261872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9" name="Oval 2158"/>
          <p:cNvSpPr/>
          <p:nvPr/>
        </p:nvSpPr>
        <p:spPr>
          <a:xfrm>
            <a:off x="1426464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0" name="Oval 2159"/>
          <p:cNvSpPr/>
          <p:nvPr/>
        </p:nvSpPr>
        <p:spPr>
          <a:xfrm>
            <a:off x="1591056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1" name="Oval 2160"/>
          <p:cNvSpPr/>
          <p:nvPr/>
        </p:nvSpPr>
        <p:spPr>
          <a:xfrm>
            <a:off x="1755648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2" name="Oval 2161"/>
          <p:cNvSpPr/>
          <p:nvPr/>
        </p:nvSpPr>
        <p:spPr>
          <a:xfrm>
            <a:off x="1920240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3" name="Oval 2162"/>
          <p:cNvSpPr/>
          <p:nvPr/>
        </p:nvSpPr>
        <p:spPr>
          <a:xfrm>
            <a:off x="2084832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" name="Oval 2163"/>
          <p:cNvSpPr/>
          <p:nvPr/>
        </p:nvSpPr>
        <p:spPr>
          <a:xfrm>
            <a:off x="2249424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5" name="Oval 2164"/>
          <p:cNvSpPr/>
          <p:nvPr/>
        </p:nvSpPr>
        <p:spPr>
          <a:xfrm>
            <a:off x="2414016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6" name="Oval 2165"/>
          <p:cNvSpPr/>
          <p:nvPr/>
        </p:nvSpPr>
        <p:spPr>
          <a:xfrm>
            <a:off x="2578608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7" name="Oval 2166"/>
          <p:cNvSpPr/>
          <p:nvPr/>
        </p:nvSpPr>
        <p:spPr>
          <a:xfrm>
            <a:off x="2743200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8" name="Oval 2167"/>
          <p:cNvSpPr/>
          <p:nvPr/>
        </p:nvSpPr>
        <p:spPr>
          <a:xfrm>
            <a:off x="2907792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9" name="Oval 2168"/>
          <p:cNvSpPr/>
          <p:nvPr/>
        </p:nvSpPr>
        <p:spPr>
          <a:xfrm>
            <a:off x="3072384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0" name="Oval 2169"/>
          <p:cNvSpPr/>
          <p:nvPr/>
        </p:nvSpPr>
        <p:spPr>
          <a:xfrm>
            <a:off x="3236976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1" name="Oval 2170"/>
          <p:cNvSpPr/>
          <p:nvPr/>
        </p:nvSpPr>
        <p:spPr>
          <a:xfrm>
            <a:off x="3401568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2" name="Oval 2171"/>
          <p:cNvSpPr/>
          <p:nvPr/>
        </p:nvSpPr>
        <p:spPr>
          <a:xfrm>
            <a:off x="3566160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3" name="Oval 2172"/>
          <p:cNvSpPr/>
          <p:nvPr/>
        </p:nvSpPr>
        <p:spPr>
          <a:xfrm>
            <a:off x="3730752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4" name="Oval 2173"/>
          <p:cNvSpPr/>
          <p:nvPr/>
        </p:nvSpPr>
        <p:spPr>
          <a:xfrm>
            <a:off x="3895344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5" name="Oval 2174"/>
          <p:cNvSpPr/>
          <p:nvPr/>
        </p:nvSpPr>
        <p:spPr>
          <a:xfrm>
            <a:off x="4059936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6" name="Oval 2175"/>
          <p:cNvSpPr/>
          <p:nvPr/>
        </p:nvSpPr>
        <p:spPr>
          <a:xfrm>
            <a:off x="4224528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7" name="Oval 2176"/>
          <p:cNvSpPr/>
          <p:nvPr/>
        </p:nvSpPr>
        <p:spPr>
          <a:xfrm>
            <a:off x="4389120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8" name="Oval 2177"/>
          <p:cNvSpPr/>
          <p:nvPr/>
        </p:nvSpPr>
        <p:spPr>
          <a:xfrm>
            <a:off x="4553712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9" name="Oval 2178"/>
          <p:cNvSpPr/>
          <p:nvPr/>
        </p:nvSpPr>
        <p:spPr>
          <a:xfrm>
            <a:off x="4718304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0" name="Oval 2179"/>
          <p:cNvSpPr/>
          <p:nvPr/>
        </p:nvSpPr>
        <p:spPr>
          <a:xfrm>
            <a:off x="4882896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1" name="Oval 2180"/>
          <p:cNvSpPr/>
          <p:nvPr/>
        </p:nvSpPr>
        <p:spPr>
          <a:xfrm>
            <a:off x="5047488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2" name="Oval 2181"/>
          <p:cNvSpPr/>
          <p:nvPr/>
        </p:nvSpPr>
        <p:spPr>
          <a:xfrm>
            <a:off x="5212080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3" name="Oval 2182"/>
          <p:cNvSpPr/>
          <p:nvPr/>
        </p:nvSpPr>
        <p:spPr>
          <a:xfrm>
            <a:off x="5376672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4" name="Oval 2183"/>
          <p:cNvSpPr/>
          <p:nvPr/>
        </p:nvSpPr>
        <p:spPr>
          <a:xfrm>
            <a:off x="5541264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5" name="Oval 2184"/>
          <p:cNvSpPr/>
          <p:nvPr/>
        </p:nvSpPr>
        <p:spPr>
          <a:xfrm>
            <a:off x="5705856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6" name="Oval 2185"/>
          <p:cNvSpPr/>
          <p:nvPr/>
        </p:nvSpPr>
        <p:spPr>
          <a:xfrm>
            <a:off x="5870448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7" name="Oval 2186"/>
          <p:cNvSpPr/>
          <p:nvPr/>
        </p:nvSpPr>
        <p:spPr>
          <a:xfrm>
            <a:off x="6035040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8" name="Oval 2187"/>
          <p:cNvSpPr/>
          <p:nvPr/>
        </p:nvSpPr>
        <p:spPr>
          <a:xfrm>
            <a:off x="6199632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9" name="Oval 2188"/>
          <p:cNvSpPr/>
          <p:nvPr/>
        </p:nvSpPr>
        <p:spPr>
          <a:xfrm>
            <a:off x="6364224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0" name="Oval 2189"/>
          <p:cNvSpPr/>
          <p:nvPr/>
        </p:nvSpPr>
        <p:spPr>
          <a:xfrm>
            <a:off x="6528816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1" name="Oval 2190"/>
          <p:cNvSpPr/>
          <p:nvPr/>
        </p:nvSpPr>
        <p:spPr>
          <a:xfrm>
            <a:off x="6693408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2" name="Oval 2191"/>
          <p:cNvSpPr/>
          <p:nvPr/>
        </p:nvSpPr>
        <p:spPr>
          <a:xfrm>
            <a:off x="6858000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3" name="Oval 2192"/>
          <p:cNvSpPr/>
          <p:nvPr/>
        </p:nvSpPr>
        <p:spPr>
          <a:xfrm>
            <a:off x="7022592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4" name="Oval 2193"/>
          <p:cNvSpPr/>
          <p:nvPr/>
        </p:nvSpPr>
        <p:spPr>
          <a:xfrm>
            <a:off x="7187184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5" name="Oval 2194"/>
          <p:cNvSpPr/>
          <p:nvPr/>
        </p:nvSpPr>
        <p:spPr>
          <a:xfrm>
            <a:off x="7351776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6" name="Oval 2195"/>
          <p:cNvSpPr/>
          <p:nvPr/>
        </p:nvSpPr>
        <p:spPr>
          <a:xfrm>
            <a:off x="7516368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7" name="Oval 2196"/>
          <p:cNvSpPr/>
          <p:nvPr/>
        </p:nvSpPr>
        <p:spPr>
          <a:xfrm>
            <a:off x="7680960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8" name="Oval 2197"/>
          <p:cNvSpPr/>
          <p:nvPr/>
        </p:nvSpPr>
        <p:spPr>
          <a:xfrm>
            <a:off x="7845552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9" name="Oval 2198"/>
          <p:cNvSpPr/>
          <p:nvPr/>
        </p:nvSpPr>
        <p:spPr>
          <a:xfrm>
            <a:off x="8010144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0" name="Oval 2199"/>
          <p:cNvSpPr/>
          <p:nvPr/>
        </p:nvSpPr>
        <p:spPr>
          <a:xfrm>
            <a:off x="8174736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1" name="Oval 2200"/>
          <p:cNvSpPr/>
          <p:nvPr/>
        </p:nvSpPr>
        <p:spPr>
          <a:xfrm>
            <a:off x="8339328" y="73517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2" name="Oval 2201"/>
          <p:cNvSpPr/>
          <p:nvPr/>
        </p:nvSpPr>
        <p:spPr>
          <a:xfrm>
            <a:off x="274320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3" name="Oval 2202"/>
          <p:cNvSpPr/>
          <p:nvPr/>
        </p:nvSpPr>
        <p:spPr>
          <a:xfrm>
            <a:off x="438912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4" name="Oval 2203"/>
          <p:cNvSpPr/>
          <p:nvPr/>
        </p:nvSpPr>
        <p:spPr>
          <a:xfrm>
            <a:off x="603504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5" name="Oval 2204"/>
          <p:cNvSpPr/>
          <p:nvPr/>
        </p:nvSpPr>
        <p:spPr>
          <a:xfrm>
            <a:off x="768096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6" name="Oval 2205"/>
          <p:cNvSpPr/>
          <p:nvPr/>
        </p:nvSpPr>
        <p:spPr>
          <a:xfrm>
            <a:off x="932688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7" name="Oval 2206"/>
          <p:cNvSpPr/>
          <p:nvPr/>
        </p:nvSpPr>
        <p:spPr>
          <a:xfrm>
            <a:off x="1097280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8" name="Oval 2207"/>
          <p:cNvSpPr/>
          <p:nvPr/>
        </p:nvSpPr>
        <p:spPr>
          <a:xfrm>
            <a:off x="1261872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9" name="Oval 2208"/>
          <p:cNvSpPr/>
          <p:nvPr/>
        </p:nvSpPr>
        <p:spPr>
          <a:xfrm>
            <a:off x="1426464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0" name="Oval 2209"/>
          <p:cNvSpPr/>
          <p:nvPr/>
        </p:nvSpPr>
        <p:spPr>
          <a:xfrm>
            <a:off x="1591056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1" name="Oval 2210"/>
          <p:cNvSpPr/>
          <p:nvPr/>
        </p:nvSpPr>
        <p:spPr>
          <a:xfrm>
            <a:off x="1755648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2" name="Oval 2211"/>
          <p:cNvSpPr/>
          <p:nvPr/>
        </p:nvSpPr>
        <p:spPr>
          <a:xfrm>
            <a:off x="1920240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3" name="Oval 2212"/>
          <p:cNvSpPr/>
          <p:nvPr/>
        </p:nvSpPr>
        <p:spPr>
          <a:xfrm>
            <a:off x="2084832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4" name="Oval 2213"/>
          <p:cNvSpPr/>
          <p:nvPr/>
        </p:nvSpPr>
        <p:spPr>
          <a:xfrm>
            <a:off x="2249424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5" name="Oval 2214"/>
          <p:cNvSpPr/>
          <p:nvPr/>
        </p:nvSpPr>
        <p:spPr>
          <a:xfrm>
            <a:off x="2414016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6" name="Oval 2215"/>
          <p:cNvSpPr/>
          <p:nvPr/>
        </p:nvSpPr>
        <p:spPr>
          <a:xfrm>
            <a:off x="2578608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7" name="Oval 2216"/>
          <p:cNvSpPr/>
          <p:nvPr/>
        </p:nvSpPr>
        <p:spPr>
          <a:xfrm>
            <a:off x="2743200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8" name="Oval 2217"/>
          <p:cNvSpPr/>
          <p:nvPr/>
        </p:nvSpPr>
        <p:spPr>
          <a:xfrm>
            <a:off x="2907792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9" name="Oval 2218"/>
          <p:cNvSpPr/>
          <p:nvPr/>
        </p:nvSpPr>
        <p:spPr>
          <a:xfrm>
            <a:off x="3072384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0" name="Oval 2219"/>
          <p:cNvSpPr/>
          <p:nvPr/>
        </p:nvSpPr>
        <p:spPr>
          <a:xfrm>
            <a:off x="3236976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1" name="Oval 2220"/>
          <p:cNvSpPr/>
          <p:nvPr/>
        </p:nvSpPr>
        <p:spPr>
          <a:xfrm>
            <a:off x="3401568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2" name="Oval 2221"/>
          <p:cNvSpPr/>
          <p:nvPr/>
        </p:nvSpPr>
        <p:spPr>
          <a:xfrm>
            <a:off x="3566160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3" name="Oval 2222"/>
          <p:cNvSpPr/>
          <p:nvPr/>
        </p:nvSpPr>
        <p:spPr>
          <a:xfrm>
            <a:off x="3730752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4" name="Oval 2223"/>
          <p:cNvSpPr/>
          <p:nvPr/>
        </p:nvSpPr>
        <p:spPr>
          <a:xfrm>
            <a:off x="3895344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5" name="Oval 2224"/>
          <p:cNvSpPr/>
          <p:nvPr/>
        </p:nvSpPr>
        <p:spPr>
          <a:xfrm>
            <a:off x="4059936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6" name="Oval 2225"/>
          <p:cNvSpPr/>
          <p:nvPr/>
        </p:nvSpPr>
        <p:spPr>
          <a:xfrm>
            <a:off x="4224528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7" name="Oval 2226"/>
          <p:cNvSpPr/>
          <p:nvPr/>
        </p:nvSpPr>
        <p:spPr>
          <a:xfrm>
            <a:off x="4389120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8" name="Oval 2227"/>
          <p:cNvSpPr/>
          <p:nvPr/>
        </p:nvSpPr>
        <p:spPr>
          <a:xfrm>
            <a:off x="4553712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9" name="Oval 2228"/>
          <p:cNvSpPr/>
          <p:nvPr/>
        </p:nvSpPr>
        <p:spPr>
          <a:xfrm>
            <a:off x="4718304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0" name="Oval 2229"/>
          <p:cNvSpPr/>
          <p:nvPr/>
        </p:nvSpPr>
        <p:spPr>
          <a:xfrm>
            <a:off x="4882896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1" name="Oval 2230"/>
          <p:cNvSpPr/>
          <p:nvPr/>
        </p:nvSpPr>
        <p:spPr>
          <a:xfrm>
            <a:off x="5047488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2" name="Oval 2231"/>
          <p:cNvSpPr/>
          <p:nvPr/>
        </p:nvSpPr>
        <p:spPr>
          <a:xfrm>
            <a:off x="5212080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3" name="Oval 2232"/>
          <p:cNvSpPr/>
          <p:nvPr/>
        </p:nvSpPr>
        <p:spPr>
          <a:xfrm>
            <a:off x="5376672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4" name="Oval 2233"/>
          <p:cNvSpPr/>
          <p:nvPr/>
        </p:nvSpPr>
        <p:spPr>
          <a:xfrm>
            <a:off x="5541264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5" name="Oval 2234"/>
          <p:cNvSpPr/>
          <p:nvPr/>
        </p:nvSpPr>
        <p:spPr>
          <a:xfrm>
            <a:off x="5705856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6" name="Oval 2235"/>
          <p:cNvSpPr/>
          <p:nvPr/>
        </p:nvSpPr>
        <p:spPr>
          <a:xfrm>
            <a:off x="5870448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7" name="Oval 2236"/>
          <p:cNvSpPr/>
          <p:nvPr/>
        </p:nvSpPr>
        <p:spPr>
          <a:xfrm>
            <a:off x="6035040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8" name="Oval 2237"/>
          <p:cNvSpPr/>
          <p:nvPr/>
        </p:nvSpPr>
        <p:spPr>
          <a:xfrm>
            <a:off x="6199632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9" name="Oval 2238"/>
          <p:cNvSpPr/>
          <p:nvPr/>
        </p:nvSpPr>
        <p:spPr>
          <a:xfrm>
            <a:off x="6364224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0" name="Oval 2239"/>
          <p:cNvSpPr/>
          <p:nvPr/>
        </p:nvSpPr>
        <p:spPr>
          <a:xfrm>
            <a:off x="6528816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1" name="Oval 2240"/>
          <p:cNvSpPr/>
          <p:nvPr/>
        </p:nvSpPr>
        <p:spPr>
          <a:xfrm>
            <a:off x="6693408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2" name="Oval 2241"/>
          <p:cNvSpPr/>
          <p:nvPr/>
        </p:nvSpPr>
        <p:spPr>
          <a:xfrm>
            <a:off x="6858000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3" name="Oval 2242"/>
          <p:cNvSpPr/>
          <p:nvPr/>
        </p:nvSpPr>
        <p:spPr>
          <a:xfrm>
            <a:off x="7022592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4" name="Oval 2243"/>
          <p:cNvSpPr/>
          <p:nvPr/>
        </p:nvSpPr>
        <p:spPr>
          <a:xfrm>
            <a:off x="7187184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5" name="Oval 2244"/>
          <p:cNvSpPr/>
          <p:nvPr/>
        </p:nvSpPr>
        <p:spPr>
          <a:xfrm>
            <a:off x="7351776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6" name="Oval 2245"/>
          <p:cNvSpPr/>
          <p:nvPr/>
        </p:nvSpPr>
        <p:spPr>
          <a:xfrm>
            <a:off x="7516368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7" name="Oval 2246"/>
          <p:cNvSpPr/>
          <p:nvPr/>
        </p:nvSpPr>
        <p:spPr>
          <a:xfrm>
            <a:off x="7680960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8" name="Oval 2247"/>
          <p:cNvSpPr/>
          <p:nvPr/>
        </p:nvSpPr>
        <p:spPr>
          <a:xfrm>
            <a:off x="7845552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9" name="Oval 2248"/>
          <p:cNvSpPr/>
          <p:nvPr/>
        </p:nvSpPr>
        <p:spPr>
          <a:xfrm>
            <a:off x="8010144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0" name="Oval 2249"/>
          <p:cNvSpPr/>
          <p:nvPr/>
        </p:nvSpPr>
        <p:spPr>
          <a:xfrm>
            <a:off x="8174736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1" name="Oval 2250"/>
          <p:cNvSpPr/>
          <p:nvPr/>
        </p:nvSpPr>
        <p:spPr>
          <a:xfrm>
            <a:off x="8339328" y="75163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2" name="Oval 2251"/>
          <p:cNvSpPr/>
          <p:nvPr/>
        </p:nvSpPr>
        <p:spPr>
          <a:xfrm>
            <a:off x="274320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3" name="Oval 2252"/>
          <p:cNvSpPr/>
          <p:nvPr/>
        </p:nvSpPr>
        <p:spPr>
          <a:xfrm>
            <a:off x="438912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4" name="Oval 2253"/>
          <p:cNvSpPr/>
          <p:nvPr/>
        </p:nvSpPr>
        <p:spPr>
          <a:xfrm>
            <a:off x="603504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5" name="Oval 2254"/>
          <p:cNvSpPr/>
          <p:nvPr/>
        </p:nvSpPr>
        <p:spPr>
          <a:xfrm>
            <a:off x="768096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Oval 2255"/>
          <p:cNvSpPr/>
          <p:nvPr/>
        </p:nvSpPr>
        <p:spPr>
          <a:xfrm>
            <a:off x="932688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7" name="Oval 2256"/>
          <p:cNvSpPr/>
          <p:nvPr/>
        </p:nvSpPr>
        <p:spPr>
          <a:xfrm>
            <a:off x="1097280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8" name="Oval 2257"/>
          <p:cNvSpPr/>
          <p:nvPr/>
        </p:nvSpPr>
        <p:spPr>
          <a:xfrm>
            <a:off x="1261872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9" name="Oval 2258"/>
          <p:cNvSpPr/>
          <p:nvPr/>
        </p:nvSpPr>
        <p:spPr>
          <a:xfrm>
            <a:off x="1426464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0" name="Oval 2259"/>
          <p:cNvSpPr/>
          <p:nvPr/>
        </p:nvSpPr>
        <p:spPr>
          <a:xfrm>
            <a:off x="1591056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1" name="Oval 2260"/>
          <p:cNvSpPr/>
          <p:nvPr/>
        </p:nvSpPr>
        <p:spPr>
          <a:xfrm>
            <a:off x="1755648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2" name="Oval 2261"/>
          <p:cNvSpPr/>
          <p:nvPr/>
        </p:nvSpPr>
        <p:spPr>
          <a:xfrm>
            <a:off x="1920240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3" name="Oval 2262"/>
          <p:cNvSpPr/>
          <p:nvPr/>
        </p:nvSpPr>
        <p:spPr>
          <a:xfrm>
            <a:off x="2084832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4" name="Oval 2263"/>
          <p:cNvSpPr/>
          <p:nvPr/>
        </p:nvSpPr>
        <p:spPr>
          <a:xfrm>
            <a:off x="2249424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5" name="Oval 2264"/>
          <p:cNvSpPr/>
          <p:nvPr/>
        </p:nvSpPr>
        <p:spPr>
          <a:xfrm>
            <a:off x="2414016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6" name="Oval 2265"/>
          <p:cNvSpPr/>
          <p:nvPr/>
        </p:nvSpPr>
        <p:spPr>
          <a:xfrm>
            <a:off x="2578608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7" name="Oval 2266"/>
          <p:cNvSpPr/>
          <p:nvPr/>
        </p:nvSpPr>
        <p:spPr>
          <a:xfrm>
            <a:off x="2743200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8" name="Oval 2267"/>
          <p:cNvSpPr/>
          <p:nvPr/>
        </p:nvSpPr>
        <p:spPr>
          <a:xfrm>
            <a:off x="2907792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9" name="Oval 2268"/>
          <p:cNvSpPr/>
          <p:nvPr/>
        </p:nvSpPr>
        <p:spPr>
          <a:xfrm>
            <a:off x="3072384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0" name="Oval 2269"/>
          <p:cNvSpPr/>
          <p:nvPr/>
        </p:nvSpPr>
        <p:spPr>
          <a:xfrm>
            <a:off x="3236976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1" name="Oval 2270"/>
          <p:cNvSpPr/>
          <p:nvPr/>
        </p:nvSpPr>
        <p:spPr>
          <a:xfrm>
            <a:off x="3401568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2" name="Oval 2271"/>
          <p:cNvSpPr/>
          <p:nvPr/>
        </p:nvSpPr>
        <p:spPr>
          <a:xfrm>
            <a:off x="3566160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3" name="Oval 2272"/>
          <p:cNvSpPr/>
          <p:nvPr/>
        </p:nvSpPr>
        <p:spPr>
          <a:xfrm>
            <a:off x="3730752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4" name="Oval 2273"/>
          <p:cNvSpPr/>
          <p:nvPr/>
        </p:nvSpPr>
        <p:spPr>
          <a:xfrm>
            <a:off x="3895344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5" name="Oval 2274"/>
          <p:cNvSpPr/>
          <p:nvPr/>
        </p:nvSpPr>
        <p:spPr>
          <a:xfrm>
            <a:off x="4059936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6" name="Oval 2275"/>
          <p:cNvSpPr/>
          <p:nvPr/>
        </p:nvSpPr>
        <p:spPr>
          <a:xfrm>
            <a:off x="4224528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7" name="Oval 2276"/>
          <p:cNvSpPr/>
          <p:nvPr/>
        </p:nvSpPr>
        <p:spPr>
          <a:xfrm>
            <a:off x="4389120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8" name="Oval 2277"/>
          <p:cNvSpPr/>
          <p:nvPr/>
        </p:nvSpPr>
        <p:spPr>
          <a:xfrm>
            <a:off x="4553712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9" name="Oval 2278"/>
          <p:cNvSpPr/>
          <p:nvPr/>
        </p:nvSpPr>
        <p:spPr>
          <a:xfrm>
            <a:off x="4718304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0" name="Oval 2279"/>
          <p:cNvSpPr/>
          <p:nvPr/>
        </p:nvSpPr>
        <p:spPr>
          <a:xfrm>
            <a:off x="4882896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1" name="Oval 2280"/>
          <p:cNvSpPr/>
          <p:nvPr/>
        </p:nvSpPr>
        <p:spPr>
          <a:xfrm>
            <a:off x="5047488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2" name="Oval 2281"/>
          <p:cNvSpPr/>
          <p:nvPr/>
        </p:nvSpPr>
        <p:spPr>
          <a:xfrm>
            <a:off x="5212080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3" name="Oval 2282"/>
          <p:cNvSpPr/>
          <p:nvPr/>
        </p:nvSpPr>
        <p:spPr>
          <a:xfrm>
            <a:off x="5376672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4" name="Oval 2283"/>
          <p:cNvSpPr/>
          <p:nvPr/>
        </p:nvSpPr>
        <p:spPr>
          <a:xfrm>
            <a:off x="5541264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5" name="Oval 2284"/>
          <p:cNvSpPr/>
          <p:nvPr/>
        </p:nvSpPr>
        <p:spPr>
          <a:xfrm>
            <a:off x="5705856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6" name="Oval 2285"/>
          <p:cNvSpPr/>
          <p:nvPr/>
        </p:nvSpPr>
        <p:spPr>
          <a:xfrm>
            <a:off x="5870448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7" name="Oval 2286"/>
          <p:cNvSpPr/>
          <p:nvPr/>
        </p:nvSpPr>
        <p:spPr>
          <a:xfrm>
            <a:off x="6035040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8" name="Oval 2287"/>
          <p:cNvSpPr/>
          <p:nvPr/>
        </p:nvSpPr>
        <p:spPr>
          <a:xfrm>
            <a:off x="6199632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9" name="Oval 2288"/>
          <p:cNvSpPr/>
          <p:nvPr/>
        </p:nvSpPr>
        <p:spPr>
          <a:xfrm>
            <a:off x="6364224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0" name="Oval 2289"/>
          <p:cNvSpPr/>
          <p:nvPr/>
        </p:nvSpPr>
        <p:spPr>
          <a:xfrm>
            <a:off x="6528816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1" name="Oval 2290"/>
          <p:cNvSpPr/>
          <p:nvPr/>
        </p:nvSpPr>
        <p:spPr>
          <a:xfrm>
            <a:off x="6693408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2" name="Oval 2291"/>
          <p:cNvSpPr/>
          <p:nvPr/>
        </p:nvSpPr>
        <p:spPr>
          <a:xfrm>
            <a:off x="6858000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3" name="Oval 2292"/>
          <p:cNvSpPr/>
          <p:nvPr/>
        </p:nvSpPr>
        <p:spPr>
          <a:xfrm>
            <a:off x="7022592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4" name="Oval 2293"/>
          <p:cNvSpPr/>
          <p:nvPr/>
        </p:nvSpPr>
        <p:spPr>
          <a:xfrm>
            <a:off x="7187184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5" name="Oval 2294"/>
          <p:cNvSpPr/>
          <p:nvPr/>
        </p:nvSpPr>
        <p:spPr>
          <a:xfrm>
            <a:off x="7351776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6" name="Oval 2295"/>
          <p:cNvSpPr/>
          <p:nvPr/>
        </p:nvSpPr>
        <p:spPr>
          <a:xfrm>
            <a:off x="7516368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7" name="Oval 2296"/>
          <p:cNvSpPr/>
          <p:nvPr/>
        </p:nvSpPr>
        <p:spPr>
          <a:xfrm>
            <a:off x="7680960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8" name="Oval 2297"/>
          <p:cNvSpPr/>
          <p:nvPr/>
        </p:nvSpPr>
        <p:spPr>
          <a:xfrm>
            <a:off x="7845552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9" name="Oval 2298"/>
          <p:cNvSpPr/>
          <p:nvPr/>
        </p:nvSpPr>
        <p:spPr>
          <a:xfrm>
            <a:off x="8010144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0" name="Oval 2299"/>
          <p:cNvSpPr/>
          <p:nvPr/>
        </p:nvSpPr>
        <p:spPr>
          <a:xfrm>
            <a:off x="8174736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1" name="Oval 2300"/>
          <p:cNvSpPr/>
          <p:nvPr/>
        </p:nvSpPr>
        <p:spPr>
          <a:xfrm>
            <a:off x="8339328" y="76809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2" name="Oval 2301"/>
          <p:cNvSpPr/>
          <p:nvPr/>
        </p:nvSpPr>
        <p:spPr>
          <a:xfrm>
            <a:off x="274320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3" name="Oval 2302"/>
          <p:cNvSpPr/>
          <p:nvPr/>
        </p:nvSpPr>
        <p:spPr>
          <a:xfrm>
            <a:off x="438912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4" name="Oval 2303"/>
          <p:cNvSpPr/>
          <p:nvPr/>
        </p:nvSpPr>
        <p:spPr>
          <a:xfrm>
            <a:off x="603504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5" name="Oval 2304"/>
          <p:cNvSpPr/>
          <p:nvPr/>
        </p:nvSpPr>
        <p:spPr>
          <a:xfrm>
            <a:off x="768096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6" name="Oval 2305"/>
          <p:cNvSpPr/>
          <p:nvPr/>
        </p:nvSpPr>
        <p:spPr>
          <a:xfrm>
            <a:off x="932688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7" name="Oval 2306"/>
          <p:cNvSpPr/>
          <p:nvPr/>
        </p:nvSpPr>
        <p:spPr>
          <a:xfrm>
            <a:off x="1097280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8" name="Oval 2307"/>
          <p:cNvSpPr/>
          <p:nvPr/>
        </p:nvSpPr>
        <p:spPr>
          <a:xfrm>
            <a:off x="1261872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9" name="Oval 2308"/>
          <p:cNvSpPr/>
          <p:nvPr/>
        </p:nvSpPr>
        <p:spPr>
          <a:xfrm>
            <a:off x="1426464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0" name="Oval 2309"/>
          <p:cNvSpPr/>
          <p:nvPr/>
        </p:nvSpPr>
        <p:spPr>
          <a:xfrm>
            <a:off x="1591056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1" name="Oval 2310"/>
          <p:cNvSpPr/>
          <p:nvPr/>
        </p:nvSpPr>
        <p:spPr>
          <a:xfrm>
            <a:off x="1755648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2" name="Oval 2311"/>
          <p:cNvSpPr/>
          <p:nvPr/>
        </p:nvSpPr>
        <p:spPr>
          <a:xfrm>
            <a:off x="1920240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3" name="Oval 2312"/>
          <p:cNvSpPr/>
          <p:nvPr/>
        </p:nvSpPr>
        <p:spPr>
          <a:xfrm>
            <a:off x="2084832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4" name="Oval 2313"/>
          <p:cNvSpPr/>
          <p:nvPr/>
        </p:nvSpPr>
        <p:spPr>
          <a:xfrm>
            <a:off x="2249424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5" name="Oval 2314"/>
          <p:cNvSpPr/>
          <p:nvPr/>
        </p:nvSpPr>
        <p:spPr>
          <a:xfrm>
            <a:off x="2414016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6" name="Oval 2315"/>
          <p:cNvSpPr/>
          <p:nvPr/>
        </p:nvSpPr>
        <p:spPr>
          <a:xfrm>
            <a:off x="2578608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7" name="Oval 2316"/>
          <p:cNvSpPr/>
          <p:nvPr/>
        </p:nvSpPr>
        <p:spPr>
          <a:xfrm>
            <a:off x="2743200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8" name="Oval 2317"/>
          <p:cNvSpPr/>
          <p:nvPr/>
        </p:nvSpPr>
        <p:spPr>
          <a:xfrm>
            <a:off x="2907792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9" name="Oval 2318"/>
          <p:cNvSpPr/>
          <p:nvPr/>
        </p:nvSpPr>
        <p:spPr>
          <a:xfrm>
            <a:off x="3072384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0" name="Oval 2319"/>
          <p:cNvSpPr/>
          <p:nvPr/>
        </p:nvSpPr>
        <p:spPr>
          <a:xfrm>
            <a:off x="3236976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1" name="Oval 2320"/>
          <p:cNvSpPr/>
          <p:nvPr/>
        </p:nvSpPr>
        <p:spPr>
          <a:xfrm>
            <a:off x="3401568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2" name="Oval 2321"/>
          <p:cNvSpPr/>
          <p:nvPr/>
        </p:nvSpPr>
        <p:spPr>
          <a:xfrm>
            <a:off x="3566160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3" name="Oval 2322"/>
          <p:cNvSpPr/>
          <p:nvPr/>
        </p:nvSpPr>
        <p:spPr>
          <a:xfrm>
            <a:off x="3730752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4" name="Oval 2323"/>
          <p:cNvSpPr/>
          <p:nvPr/>
        </p:nvSpPr>
        <p:spPr>
          <a:xfrm>
            <a:off x="3895344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5" name="Oval 2324"/>
          <p:cNvSpPr/>
          <p:nvPr/>
        </p:nvSpPr>
        <p:spPr>
          <a:xfrm>
            <a:off x="4059936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6" name="Oval 2325"/>
          <p:cNvSpPr/>
          <p:nvPr/>
        </p:nvSpPr>
        <p:spPr>
          <a:xfrm>
            <a:off x="4224528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7" name="Oval 2326"/>
          <p:cNvSpPr/>
          <p:nvPr/>
        </p:nvSpPr>
        <p:spPr>
          <a:xfrm>
            <a:off x="4389120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8" name="Oval 2327"/>
          <p:cNvSpPr/>
          <p:nvPr/>
        </p:nvSpPr>
        <p:spPr>
          <a:xfrm>
            <a:off x="4553712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9" name="Oval 2328"/>
          <p:cNvSpPr/>
          <p:nvPr/>
        </p:nvSpPr>
        <p:spPr>
          <a:xfrm>
            <a:off x="4718304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0" name="Oval 2329"/>
          <p:cNvSpPr/>
          <p:nvPr/>
        </p:nvSpPr>
        <p:spPr>
          <a:xfrm>
            <a:off x="4882896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1" name="Oval 2330"/>
          <p:cNvSpPr/>
          <p:nvPr/>
        </p:nvSpPr>
        <p:spPr>
          <a:xfrm>
            <a:off x="5047488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2" name="Oval 2331"/>
          <p:cNvSpPr/>
          <p:nvPr/>
        </p:nvSpPr>
        <p:spPr>
          <a:xfrm>
            <a:off x="5212080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3" name="Oval 2332"/>
          <p:cNvSpPr/>
          <p:nvPr/>
        </p:nvSpPr>
        <p:spPr>
          <a:xfrm>
            <a:off x="5376672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4" name="Oval 2333"/>
          <p:cNvSpPr/>
          <p:nvPr/>
        </p:nvSpPr>
        <p:spPr>
          <a:xfrm>
            <a:off x="5541264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5" name="Oval 2334"/>
          <p:cNvSpPr/>
          <p:nvPr/>
        </p:nvSpPr>
        <p:spPr>
          <a:xfrm>
            <a:off x="5705856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6" name="Oval 2335"/>
          <p:cNvSpPr/>
          <p:nvPr/>
        </p:nvSpPr>
        <p:spPr>
          <a:xfrm>
            <a:off x="5870448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7" name="Oval 2336"/>
          <p:cNvSpPr/>
          <p:nvPr/>
        </p:nvSpPr>
        <p:spPr>
          <a:xfrm>
            <a:off x="6035040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8" name="Oval 2337"/>
          <p:cNvSpPr/>
          <p:nvPr/>
        </p:nvSpPr>
        <p:spPr>
          <a:xfrm>
            <a:off x="6199632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9" name="Oval 2338"/>
          <p:cNvSpPr/>
          <p:nvPr/>
        </p:nvSpPr>
        <p:spPr>
          <a:xfrm>
            <a:off x="6364224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0" name="Oval 2339"/>
          <p:cNvSpPr/>
          <p:nvPr/>
        </p:nvSpPr>
        <p:spPr>
          <a:xfrm>
            <a:off x="6528816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1" name="Oval 2340"/>
          <p:cNvSpPr/>
          <p:nvPr/>
        </p:nvSpPr>
        <p:spPr>
          <a:xfrm>
            <a:off x="6693408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2" name="Oval 2341"/>
          <p:cNvSpPr/>
          <p:nvPr/>
        </p:nvSpPr>
        <p:spPr>
          <a:xfrm>
            <a:off x="6858000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3" name="Oval 2342"/>
          <p:cNvSpPr/>
          <p:nvPr/>
        </p:nvSpPr>
        <p:spPr>
          <a:xfrm>
            <a:off x="7022592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4" name="Oval 2343"/>
          <p:cNvSpPr/>
          <p:nvPr/>
        </p:nvSpPr>
        <p:spPr>
          <a:xfrm>
            <a:off x="7187184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5" name="Oval 2344"/>
          <p:cNvSpPr/>
          <p:nvPr/>
        </p:nvSpPr>
        <p:spPr>
          <a:xfrm>
            <a:off x="7351776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6" name="Oval 2345"/>
          <p:cNvSpPr/>
          <p:nvPr/>
        </p:nvSpPr>
        <p:spPr>
          <a:xfrm>
            <a:off x="7516368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7" name="Oval 2346"/>
          <p:cNvSpPr/>
          <p:nvPr/>
        </p:nvSpPr>
        <p:spPr>
          <a:xfrm>
            <a:off x="7680960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8" name="Oval 2347"/>
          <p:cNvSpPr/>
          <p:nvPr/>
        </p:nvSpPr>
        <p:spPr>
          <a:xfrm>
            <a:off x="7845552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9" name="Oval 2348"/>
          <p:cNvSpPr/>
          <p:nvPr/>
        </p:nvSpPr>
        <p:spPr>
          <a:xfrm>
            <a:off x="8010144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0" name="Oval 2349"/>
          <p:cNvSpPr/>
          <p:nvPr/>
        </p:nvSpPr>
        <p:spPr>
          <a:xfrm>
            <a:off x="8174736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1" name="Oval 2350"/>
          <p:cNvSpPr/>
          <p:nvPr/>
        </p:nvSpPr>
        <p:spPr>
          <a:xfrm>
            <a:off x="8339328" y="78455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2" name="Oval 2351"/>
          <p:cNvSpPr/>
          <p:nvPr/>
        </p:nvSpPr>
        <p:spPr>
          <a:xfrm>
            <a:off x="274320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3" name="Oval 2352"/>
          <p:cNvSpPr/>
          <p:nvPr/>
        </p:nvSpPr>
        <p:spPr>
          <a:xfrm>
            <a:off x="438912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4" name="Oval 2353"/>
          <p:cNvSpPr/>
          <p:nvPr/>
        </p:nvSpPr>
        <p:spPr>
          <a:xfrm>
            <a:off x="603504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5" name="Oval 2354"/>
          <p:cNvSpPr/>
          <p:nvPr/>
        </p:nvSpPr>
        <p:spPr>
          <a:xfrm>
            <a:off x="768096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6" name="Oval 2355"/>
          <p:cNvSpPr/>
          <p:nvPr/>
        </p:nvSpPr>
        <p:spPr>
          <a:xfrm>
            <a:off x="932688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7" name="Oval 2356"/>
          <p:cNvSpPr/>
          <p:nvPr/>
        </p:nvSpPr>
        <p:spPr>
          <a:xfrm>
            <a:off x="1097280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8" name="Oval 2357"/>
          <p:cNvSpPr/>
          <p:nvPr/>
        </p:nvSpPr>
        <p:spPr>
          <a:xfrm>
            <a:off x="1261872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9" name="Oval 2358"/>
          <p:cNvSpPr/>
          <p:nvPr/>
        </p:nvSpPr>
        <p:spPr>
          <a:xfrm>
            <a:off x="1426464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0" name="Oval 2359"/>
          <p:cNvSpPr/>
          <p:nvPr/>
        </p:nvSpPr>
        <p:spPr>
          <a:xfrm>
            <a:off x="1591056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1" name="Oval 2360"/>
          <p:cNvSpPr/>
          <p:nvPr/>
        </p:nvSpPr>
        <p:spPr>
          <a:xfrm>
            <a:off x="1755648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2" name="Oval 2361"/>
          <p:cNvSpPr/>
          <p:nvPr/>
        </p:nvSpPr>
        <p:spPr>
          <a:xfrm>
            <a:off x="1920240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3" name="Oval 2362"/>
          <p:cNvSpPr/>
          <p:nvPr/>
        </p:nvSpPr>
        <p:spPr>
          <a:xfrm>
            <a:off x="2084832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4" name="Oval 2363"/>
          <p:cNvSpPr/>
          <p:nvPr/>
        </p:nvSpPr>
        <p:spPr>
          <a:xfrm>
            <a:off x="2249424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5" name="Oval 2364"/>
          <p:cNvSpPr/>
          <p:nvPr/>
        </p:nvSpPr>
        <p:spPr>
          <a:xfrm>
            <a:off x="2414016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6" name="Oval 2365"/>
          <p:cNvSpPr/>
          <p:nvPr/>
        </p:nvSpPr>
        <p:spPr>
          <a:xfrm>
            <a:off x="2578608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7" name="Oval 2366"/>
          <p:cNvSpPr/>
          <p:nvPr/>
        </p:nvSpPr>
        <p:spPr>
          <a:xfrm>
            <a:off x="2743200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8" name="Oval 2367"/>
          <p:cNvSpPr/>
          <p:nvPr/>
        </p:nvSpPr>
        <p:spPr>
          <a:xfrm>
            <a:off x="2907792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9" name="Oval 2368"/>
          <p:cNvSpPr/>
          <p:nvPr/>
        </p:nvSpPr>
        <p:spPr>
          <a:xfrm>
            <a:off x="3072384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0" name="Oval 2369"/>
          <p:cNvSpPr/>
          <p:nvPr/>
        </p:nvSpPr>
        <p:spPr>
          <a:xfrm>
            <a:off x="3236976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1" name="Oval 2370"/>
          <p:cNvSpPr/>
          <p:nvPr/>
        </p:nvSpPr>
        <p:spPr>
          <a:xfrm>
            <a:off x="3401568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2" name="Oval 2371"/>
          <p:cNvSpPr/>
          <p:nvPr/>
        </p:nvSpPr>
        <p:spPr>
          <a:xfrm>
            <a:off x="3566160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3" name="Oval 2372"/>
          <p:cNvSpPr/>
          <p:nvPr/>
        </p:nvSpPr>
        <p:spPr>
          <a:xfrm>
            <a:off x="3730752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4" name="Oval 2373"/>
          <p:cNvSpPr/>
          <p:nvPr/>
        </p:nvSpPr>
        <p:spPr>
          <a:xfrm>
            <a:off x="3895344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5" name="Oval 2374"/>
          <p:cNvSpPr/>
          <p:nvPr/>
        </p:nvSpPr>
        <p:spPr>
          <a:xfrm>
            <a:off x="4059936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6" name="Oval 2375"/>
          <p:cNvSpPr/>
          <p:nvPr/>
        </p:nvSpPr>
        <p:spPr>
          <a:xfrm>
            <a:off x="4224528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7" name="Oval 2376"/>
          <p:cNvSpPr/>
          <p:nvPr/>
        </p:nvSpPr>
        <p:spPr>
          <a:xfrm>
            <a:off x="4389120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8" name="Oval 2377"/>
          <p:cNvSpPr/>
          <p:nvPr/>
        </p:nvSpPr>
        <p:spPr>
          <a:xfrm>
            <a:off x="4553712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9" name="Oval 2378"/>
          <p:cNvSpPr/>
          <p:nvPr/>
        </p:nvSpPr>
        <p:spPr>
          <a:xfrm>
            <a:off x="4718304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0" name="Oval 2379"/>
          <p:cNvSpPr/>
          <p:nvPr/>
        </p:nvSpPr>
        <p:spPr>
          <a:xfrm>
            <a:off x="4882896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1" name="Oval 2380"/>
          <p:cNvSpPr/>
          <p:nvPr/>
        </p:nvSpPr>
        <p:spPr>
          <a:xfrm>
            <a:off x="5047488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2" name="Oval 2381"/>
          <p:cNvSpPr/>
          <p:nvPr/>
        </p:nvSpPr>
        <p:spPr>
          <a:xfrm>
            <a:off x="5212080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3" name="Oval 2382"/>
          <p:cNvSpPr/>
          <p:nvPr/>
        </p:nvSpPr>
        <p:spPr>
          <a:xfrm>
            <a:off x="5376672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4" name="Oval 2383"/>
          <p:cNvSpPr/>
          <p:nvPr/>
        </p:nvSpPr>
        <p:spPr>
          <a:xfrm>
            <a:off x="5541264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5" name="Oval 2384"/>
          <p:cNvSpPr/>
          <p:nvPr/>
        </p:nvSpPr>
        <p:spPr>
          <a:xfrm>
            <a:off x="5705856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6" name="Oval 2385"/>
          <p:cNvSpPr/>
          <p:nvPr/>
        </p:nvSpPr>
        <p:spPr>
          <a:xfrm>
            <a:off x="5870448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7" name="Oval 2386"/>
          <p:cNvSpPr/>
          <p:nvPr/>
        </p:nvSpPr>
        <p:spPr>
          <a:xfrm>
            <a:off x="6035040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8" name="Oval 2387"/>
          <p:cNvSpPr/>
          <p:nvPr/>
        </p:nvSpPr>
        <p:spPr>
          <a:xfrm>
            <a:off x="6199632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9" name="Oval 2388"/>
          <p:cNvSpPr/>
          <p:nvPr/>
        </p:nvSpPr>
        <p:spPr>
          <a:xfrm>
            <a:off x="6364224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0" name="Oval 2389"/>
          <p:cNvSpPr/>
          <p:nvPr/>
        </p:nvSpPr>
        <p:spPr>
          <a:xfrm>
            <a:off x="6528816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1" name="Oval 2390"/>
          <p:cNvSpPr/>
          <p:nvPr/>
        </p:nvSpPr>
        <p:spPr>
          <a:xfrm>
            <a:off x="6693408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2" name="Oval 2391"/>
          <p:cNvSpPr/>
          <p:nvPr/>
        </p:nvSpPr>
        <p:spPr>
          <a:xfrm>
            <a:off x="6858000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3" name="Oval 2392"/>
          <p:cNvSpPr/>
          <p:nvPr/>
        </p:nvSpPr>
        <p:spPr>
          <a:xfrm>
            <a:off x="7022592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4" name="Oval 2393"/>
          <p:cNvSpPr/>
          <p:nvPr/>
        </p:nvSpPr>
        <p:spPr>
          <a:xfrm>
            <a:off x="7187184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5" name="Oval 2394"/>
          <p:cNvSpPr/>
          <p:nvPr/>
        </p:nvSpPr>
        <p:spPr>
          <a:xfrm>
            <a:off x="7351776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6" name="Oval 2395"/>
          <p:cNvSpPr/>
          <p:nvPr/>
        </p:nvSpPr>
        <p:spPr>
          <a:xfrm>
            <a:off x="7516368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7" name="Oval 2396"/>
          <p:cNvSpPr/>
          <p:nvPr/>
        </p:nvSpPr>
        <p:spPr>
          <a:xfrm>
            <a:off x="7680960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8" name="Oval 2397"/>
          <p:cNvSpPr/>
          <p:nvPr/>
        </p:nvSpPr>
        <p:spPr>
          <a:xfrm>
            <a:off x="7845552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9" name="Oval 2398"/>
          <p:cNvSpPr/>
          <p:nvPr/>
        </p:nvSpPr>
        <p:spPr>
          <a:xfrm>
            <a:off x="8010144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0" name="Oval 2399"/>
          <p:cNvSpPr/>
          <p:nvPr/>
        </p:nvSpPr>
        <p:spPr>
          <a:xfrm>
            <a:off x="8174736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1" name="Oval 2400"/>
          <p:cNvSpPr/>
          <p:nvPr/>
        </p:nvSpPr>
        <p:spPr>
          <a:xfrm>
            <a:off x="8339328" y="80101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2" name="Oval 2401"/>
          <p:cNvSpPr/>
          <p:nvPr/>
        </p:nvSpPr>
        <p:spPr>
          <a:xfrm>
            <a:off x="274320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3" name="Oval 2402"/>
          <p:cNvSpPr/>
          <p:nvPr/>
        </p:nvSpPr>
        <p:spPr>
          <a:xfrm>
            <a:off x="438912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4" name="Oval 2403"/>
          <p:cNvSpPr/>
          <p:nvPr/>
        </p:nvSpPr>
        <p:spPr>
          <a:xfrm>
            <a:off x="603504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5" name="Oval 2404"/>
          <p:cNvSpPr/>
          <p:nvPr/>
        </p:nvSpPr>
        <p:spPr>
          <a:xfrm>
            <a:off x="768096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6" name="Oval 2405"/>
          <p:cNvSpPr/>
          <p:nvPr/>
        </p:nvSpPr>
        <p:spPr>
          <a:xfrm>
            <a:off x="932688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7" name="Oval 2406"/>
          <p:cNvSpPr/>
          <p:nvPr/>
        </p:nvSpPr>
        <p:spPr>
          <a:xfrm>
            <a:off x="1097280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8" name="Oval 2407"/>
          <p:cNvSpPr/>
          <p:nvPr/>
        </p:nvSpPr>
        <p:spPr>
          <a:xfrm>
            <a:off x="1261872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9" name="Oval 2408"/>
          <p:cNvSpPr/>
          <p:nvPr/>
        </p:nvSpPr>
        <p:spPr>
          <a:xfrm>
            <a:off x="1426464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0" name="Oval 2409"/>
          <p:cNvSpPr/>
          <p:nvPr/>
        </p:nvSpPr>
        <p:spPr>
          <a:xfrm>
            <a:off x="1591056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1" name="Oval 2410"/>
          <p:cNvSpPr/>
          <p:nvPr/>
        </p:nvSpPr>
        <p:spPr>
          <a:xfrm>
            <a:off x="1755648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2" name="Oval 2411"/>
          <p:cNvSpPr/>
          <p:nvPr/>
        </p:nvSpPr>
        <p:spPr>
          <a:xfrm>
            <a:off x="1920240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3" name="Oval 2412"/>
          <p:cNvSpPr/>
          <p:nvPr/>
        </p:nvSpPr>
        <p:spPr>
          <a:xfrm>
            <a:off x="2084832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4" name="Oval 2413"/>
          <p:cNvSpPr/>
          <p:nvPr/>
        </p:nvSpPr>
        <p:spPr>
          <a:xfrm>
            <a:off x="2249424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5" name="Oval 2414"/>
          <p:cNvSpPr/>
          <p:nvPr/>
        </p:nvSpPr>
        <p:spPr>
          <a:xfrm>
            <a:off x="2414016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6" name="Oval 2415"/>
          <p:cNvSpPr/>
          <p:nvPr/>
        </p:nvSpPr>
        <p:spPr>
          <a:xfrm>
            <a:off x="2578608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7" name="Oval 2416"/>
          <p:cNvSpPr/>
          <p:nvPr/>
        </p:nvSpPr>
        <p:spPr>
          <a:xfrm>
            <a:off x="2743200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8" name="Oval 2417"/>
          <p:cNvSpPr/>
          <p:nvPr/>
        </p:nvSpPr>
        <p:spPr>
          <a:xfrm>
            <a:off x="2907792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9" name="Oval 2418"/>
          <p:cNvSpPr/>
          <p:nvPr/>
        </p:nvSpPr>
        <p:spPr>
          <a:xfrm>
            <a:off x="3072384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0" name="Oval 2419"/>
          <p:cNvSpPr/>
          <p:nvPr/>
        </p:nvSpPr>
        <p:spPr>
          <a:xfrm>
            <a:off x="3236976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1" name="Oval 2420"/>
          <p:cNvSpPr/>
          <p:nvPr/>
        </p:nvSpPr>
        <p:spPr>
          <a:xfrm>
            <a:off x="3401568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2" name="Oval 2421"/>
          <p:cNvSpPr/>
          <p:nvPr/>
        </p:nvSpPr>
        <p:spPr>
          <a:xfrm>
            <a:off x="3566160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3" name="Oval 2422"/>
          <p:cNvSpPr/>
          <p:nvPr/>
        </p:nvSpPr>
        <p:spPr>
          <a:xfrm>
            <a:off x="3730752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4" name="Oval 2423"/>
          <p:cNvSpPr/>
          <p:nvPr/>
        </p:nvSpPr>
        <p:spPr>
          <a:xfrm>
            <a:off x="3895344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5" name="Oval 2424"/>
          <p:cNvSpPr/>
          <p:nvPr/>
        </p:nvSpPr>
        <p:spPr>
          <a:xfrm>
            <a:off x="4059936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6" name="Oval 2425"/>
          <p:cNvSpPr/>
          <p:nvPr/>
        </p:nvSpPr>
        <p:spPr>
          <a:xfrm>
            <a:off x="4224528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7" name="Oval 2426"/>
          <p:cNvSpPr/>
          <p:nvPr/>
        </p:nvSpPr>
        <p:spPr>
          <a:xfrm>
            <a:off x="4389120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8" name="Oval 2427"/>
          <p:cNvSpPr/>
          <p:nvPr/>
        </p:nvSpPr>
        <p:spPr>
          <a:xfrm>
            <a:off x="4553712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9" name="Oval 2428"/>
          <p:cNvSpPr/>
          <p:nvPr/>
        </p:nvSpPr>
        <p:spPr>
          <a:xfrm>
            <a:off x="4718304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0" name="Oval 2429"/>
          <p:cNvSpPr/>
          <p:nvPr/>
        </p:nvSpPr>
        <p:spPr>
          <a:xfrm>
            <a:off x="4882896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1" name="Oval 2430"/>
          <p:cNvSpPr/>
          <p:nvPr/>
        </p:nvSpPr>
        <p:spPr>
          <a:xfrm>
            <a:off x="5047488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2" name="Oval 2431"/>
          <p:cNvSpPr/>
          <p:nvPr/>
        </p:nvSpPr>
        <p:spPr>
          <a:xfrm>
            <a:off x="5212080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3" name="Oval 2432"/>
          <p:cNvSpPr/>
          <p:nvPr/>
        </p:nvSpPr>
        <p:spPr>
          <a:xfrm>
            <a:off x="5376672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4" name="Oval 2433"/>
          <p:cNvSpPr/>
          <p:nvPr/>
        </p:nvSpPr>
        <p:spPr>
          <a:xfrm>
            <a:off x="5541264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5" name="Oval 2434"/>
          <p:cNvSpPr/>
          <p:nvPr/>
        </p:nvSpPr>
        <p:spPr>
          <a:xfrm>
            <a:off x="5705856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6" name="Oval 2435"/>
          <p:cNvSpPr/>
          <p:nvPr/>
        </p:nvSpPr>
        <p:spPr>
          <a:xfrm>
            <a:off x="5870448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7" name="Oval 2436"/>
          <p:cNvSpPr/>
          <p:nvPr/>
        </p:nvSpPr>
        <p:spPr>
          <a:xfrm>
            <a:off x="6035040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Oval 2437"/>
          <p:cNvSpPr/>
          <p:nvPr/>
        </p:nvSpPr>
        <p:spPr>
          <a:xfrm>
            <a:off x="6199632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9" name="Oval 2438"/>
          <p:cNvSpPr/>
          <p:nvPr/>
        </p:nvSpPr>
        <p:spPr>
          <a:xfrm>
            <a:off x="6364224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0" name="Oval 2439"/>
          <p:cNvSpPr/>
          <p:nvPr/>
        </p:nvSpPr>
        <p:spPr>
          <a:xfrm>
            <a:off x="6528816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1" name="Oval 2440"/>
          <p:cNvSpPr/>
          <p:nvPr/>
        </p:nvSpPr>
        <p:spPr>
          <a:xfrm>
            <a:off x="6693408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2" name="Oval 2441"/>
          <p:cNvSpPr/>
          <p:nvPr/>
        </p:nvSpPr>
        <p:spPr>
          <a:xfrm>
            <a:off x="6858000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3" name="Oval 2442"/>
          <p:cNvSpPr/>
          <p:nvPr/>
        </p:nvSpPr>
        <p:spPr>
          <a:xfrm>
            <a:off x="7022592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4" name="Oval 2443"/>
          <p:cNvSpPr/>
          <p:nvPr/>
        </p:nvSpPr>
        <p:spPr>
          <a:xfrm>
            <a:off x="7187184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5" name="Oval 2444"/>
          <p:cNvSpPr/>
          <p:nvPr/>
        </p:nvSpPr>
        <p:spPr>
          <a:xfrm>
            <a:off x="7351776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6" name="Oval 2445"/>
          <p:cNvSpPr/>
          <p:nvPr/>
        </p:nvSpPr>
        <p:spPr>
          <a:xfrm>
            <a:off x="7516368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7" name="Oval 2446"/>
          <p:cNvSpPr/>
          <p:nvPr/>
        </p:nvSpPr>
        <p:spPr>
          <a:xfrm>
            <a:off x="7680960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8" name="Oval 2447"/>
          <p:cNvSpPr/>
          <p:nvPr/>
        </p:nvSpPr>
        <p:spPr>
          <a:xfrm>
            <a:off x="7845552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9" name="Oval 2448"/>
          <p:cNvSpPr/>
          <p:nvPr/>
        </p:nvSpPr>
        <p:spPr>
          <a:xfrm>
            <a:off x="8010144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0" name="Oval 2449"/>
          <p:cNvSpPr/>
          <p:nvPr/>
        </p:nvSpPr>
        <p:spPr>
          <a:xfrm>
            <a:off x="8174736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1" name="Oval 2450"/>
          <p:cNvSpPr/>
          <p:nvPr/>
        </p:nvSpPr>
        <p:spPr>
          <a:xfrm>
            <a:off x="8339328" y="81747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2" name="Oval 2451"/>
          <p:cNvSpPr/>
          <p:nvPr/>
        </p:nvSpPr>
        <p:spPr>
          <a:xfrm>
            <a:off x="274320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3" name="Oval 2452"/>
          <p:cNvSpPr/>
          <p:nvPr/>
        </p:nvSpPr>
        <p:spPr>
          <a:xfrm>
            <a:off x="438912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4" name="Oval 2453"/>
          <p:cNvSpPr/>
          <p:nvPr/>
        </p:nvSpPr>
        <p:spPr>
          <a:xfrm>
            <a:off x="603504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5" name="Oval 2454"/>
          <p:cNvSpPr/>
          <p:nvPr/>
        </p:nvSpPr>
        <p:spPr>
          <a:xfrm>
            <a:off x="768096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6" name="Oval 2455"/>
          <p:cNvSpPr/>
          <p:nvPr/>
        </p:nvSpPr>
        <p:spPr>
          <a:xfrm>
            <a:off x="932688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7" name="Oval 2456"/>
          <p:cNvSpPr/>
          <p:nvPr/>
        </p:nvSpPr>
        <p:spPr>
          <a:xfrm>
            <a:off x="1097280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8" name="Oval 2457"/>
          <p:cNvSpPr/>
          <p:nvPr/>
        </p:nvSpPr>
        <p:spPr>
          <a:xfrm>
            <a:off x="1261872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9" name="Oval 2458"/>
          <p:cNvSpPr/>
          <p:nvPr/>
        </p:nvSpPr>
        <p:spPr>
          <a:xfrm>
            <a:off x="1426464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0" name="Oval 2459"/>
          <p:cNvSpPr/>
          <p:nvPr/>
        </p:nvSpPr>
        <p:spPr>
          <a:xfrm>
            <a:off x="1591056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1" name="Oval 2460"/>
          <p:cNvSpPr/>
          <p:nvPr/>
        </p:nvSpPr>
        <p:spPr>
          <a:xfrm>
            <a:off x="1755648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2" name="Oval 2461"/>
          <p:cNvSpPr/>
          <p:nvPr/>
        </p:nvSpPr>
        <p:spPr>
          <a:xfrm>
            <a:off x="1920240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3" name="Oval 2462"/>
          <p:cNvSpPr/>
          <p:nvPr/>
        </p:nvSpPr>
        <p:spPr>
          <a:xfrm>
            <a:off x="2084832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4" name="Oval 2463"/>
          <p:cNvSpPr/>
          <p:nvPr/>
        </p:nvSpPr>
        <p:spPr>
          <a:xfrm>
            <a:off x="2249424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5" name="Oval 2464"/>
          <p:cNvSpPr/>
          <p:nvPr/>
        </p:nvSpPr>
        <p:spPr>
          <a:xfrm>
            <a:off x="2414016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6" name="Oval 2465"/>
          <p:cNvSpPr/>
          <p:nvPr/>
        </p:nvSpPr>
        <p:spPr>
          <a:xfrm>
            <a:off x="2578608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7" name="Oval 2466"/>
          <p:cNvSpPr/>
          <p:nvPr/>
        </p:nvSpPr>
        <p:spPr>
          <a:xfrm>
            <a:off x="2743200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8" name="Oval 2467"/>
          <p:cNvSpPr/>
          <p:nvPr/>
        </p:nvSpPr>
        <p:spPr>
          <a:xfrm>
            <a:off x="2907792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9" name="Oval 2468"/>
          <p:cNvSpPr/>
          <p:nvPr/>
        </p:nvSpPr>
        <p:spPr>
          <a:xfrm>
            <a:off x="3072384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0" name="Oval 2469"/>
          <p:cNvSpPr/>
          <p:nvPr/>
        </p:nvSpPr>
        <p:spPr>
          <a:xfrm>
            <a:off x="3236976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1" name="Oval 2470"/>
          <p:cNvSpPr/>
          <p:nvPr/>
        </p:nvSpPr>
        <p:spPr>
          <a:xfrm>
            <a:off x="3401568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2" name="Oval 2471"/>
          <p:cNvSpPr/>
          <p:nvPr/>
        </p:nvSpPr>
        <p:spPr>
          <a:xfrm>
            <a:off x="3566160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3" name="Oval 2472"/>
          <p:cNvSpPr/>
          <p:nvPr/>
        </p:nvSpPr>
        <p:spPr>
          <a:xfrm>
            <a:off x="3730752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4" name="Oval 2473"/>
          <p:cNvSpPr/>
          <p:nvPr/>
        </p:nvSpPr>
        <p:spPr>
          <a:xfrm>
            <a:off x="3895344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5" name="Oval 2474"/>
          <p:cNvSpPr/>
          <p:nvPr/>
        </p:nvSpPr>
        <p:spPr>
          <a:xfrm>
            <a:off x="4059936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6" name="Oval 2475"/>
          <p:cNvSpPr/>
          <p:nvPr/>
        </p:nvSpPr>
        <p:spPr>
          <a:xfrm>
            <a:off x="4224528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7" name="Oval 2476"/>
          <p:cNvSpPr/>
          <p:nvPr/>
        </p:nvSpPr>
        <p:spPr>
          <a:xfrm>
            <a:off x="4389120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8" name="Oval 2477"/>
          <p:cNvSpPr/>
          <p:nvPr/>
        </p:nvSpPr>
        <p:spPr>
          <a:xfrm>
            <a:off x="4553712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9" name="Oval 2478"/>
          <p:cNvSpPr/>
          <p:nvPr/>
        </p:nvSpPr>
        <p:spPr>
          <a:xfrm>
            <a:off x="4718304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0" name="Oval 2479"/>
          <p:cNvSpPr/>
          <p:nvPr/>
        </p:nvSpPr>
        <p:spPr>
          <a:xfrm>
            <a:off x="4882896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1" name="Oval 2480"/>
          <p:cNvSpPr/>
          <p:nvPr/>
        </p:nvSpPr>
        <p:spPr>
          <a:xfrm>
            <a:off x="5047488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2" name="Oval 2481"/>
          <p:cNvSpPr/>
          <p:nvPr/>
        </p:nvSpPr>
        <p:spPr>
          <a:xfrm>
            <a:off x="5212080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3" name="Oval 2482"/>
          <p:cNvSpPr/>
          <p:nvPr/>
        </p:nvSpPr>
        <p:spPr>
          <a:xfrm>
            <a:off x="5376672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4" name="Oval 2483"/>
          <p:cNvSpPr/>
          <p:nvPr/>
        </p:nvSpPr>
        <p:spPr>
          <a:xfrm>
            <a:off x="5541264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5" name="Oval 2484"/>
          <p:cNvSpPr/>
          <p:nvPr/>
        </p:nvSpPr>
        <p:spPr>
          <a:xfrm>
            <a:off x="5705856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6" name="Oval 2485"/>
          <p:cNvSpPr/>
          <p:nvPr/>
        </p:nvSpPr>
        <p:spPr>
          <a:xfrm>
            <a:off x="5870448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7" name="Oval 2486"/>
          <p:cNvSpPr/>
          <p:nvPr/>
        </p:nvSpPr>
        <p:spPr>
          <a:xfrm>
            <a:off x="6035040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8" name="Oval 2487"/>
          <p:cNvSpPr/>
          <p:nvPr/>
        </p:nvSpPr>
        <p:spPr>
          <a:xfrm>
            <a:off x="6199632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9" name="Oval 2488"/>
          <p:cNvSpPr/>
          <p:nvPr/>
        </p:nvSpPr>
        <p:spPr>
          <a:xfrm>
            <a:off x="6364224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0" name="Oval 2489"/>
          <p:cNvSpPr/>
          <p:nvPr/>
        </p:nvSpPr>
        <p:spPr>
          <a:xfrm>
            <a:off x="6528816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1" name="Oval 2490"/>
          <p:cNvSpPr/>
          <p:nvPr/>
        </p:nvSpPr>
        <p:spPr>
          <a:xfrm>
            <a:off x="6693408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2" name="Oval 2491"/>
          <p:cNvSpPr/>
          <p:nvPr/>
        </p:nvSpPr>
        <p:spPr>
          <a:xfrm>
            <a:off x="6858000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3" name="Oval 2492"/>
          <p:cNvSpPr/>
          <p:nvPr/>
        </p:nvSpPr>
        <p:spPr>
          <a:xfrm>
            <a:off x="7022592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4" name="Oval 2493"/>
          <p:cNvSpPr/>
          <p:nvPr/>
        </p:nvSpPr>
        <p:spPr>
          <a:xfrm>
            <a:off x="7187184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5" name="Oval 2494"/>
          <p:cNvSpPr/>
          <p:nvPr/>
        </p:nvSpPr>
        <p:spPr>
          <a:xfrm>
            <a:off x="7351776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6" name="Oval 2495"/>
          <p:cNvSpPr/>
          <p:nvPr/>
        </p:nvSpPr>
        <p:spPr>
          <a:xfrm>
            <a:off x="7516368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7" name="Oval 2496"/>
          <p:cNvSpPr/>
          <p:nvPr/>
        </p:nvSpPr>
        <p:spPr>
          <a:xfrm>
            <a:off x="7680960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8" name="Oval 2497"/>
          <p:cNvSpPr/>
          <p:nvPr/>
        </p:nvSpPr>
        <p:spPr>
          <a:xfrm>
            <a:off x="7845552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9" name="Oval 2498"/>
          <p:cNvSpPr/>
          <p:nvPr/>
        </p:nvSpPr>
        <p:spPr>
          <a:xfrm>
            <a:off x="8010144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0" name="Oval 2499"/>
          <p:cNvSpPr/>
          <p:nvPr/>
        </p:nvSpPr>
        <p:spPr>
          <a:xfrm>
            <a:off x="8174736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1" name="Oval 2500"/>
          <p:cNvSpPr/>
          <p:nvPr/>
        </p:nvSpPr>
        <p:spPr>
          <a:xfrm>
            <a:off x="8339328" y="83393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2" name="Oval 2501"/>
          <p:cNvSpPr/>
          <p:nvPr/>
        </p:nvSpPr>
        <p:spPr>
          <a:xfrm>
            <a:off x="274320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3" name="Oval 2502"/>
          <p:cNvSpPr/>
          <p:nvPr/>
        </p:nvSpPr>
        <p:spPr>
          <a:xfrm>
            <a:off x="438912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4" name="Oval 2503"/>
          <p:cNvSpPr/>
          <p:nvPr/>
        </p:nvSpPr>
        <p:spPr>
          <a:xfrm>
            <a:off x="603504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5" name="Oval 2504"/>
          <p:cNvSpPr/>
          <p:nvPr/>
        </p:nvSpPr>
        <p:spPr>
          <a:xfrm>
            <a:off x="768096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6" name="Oval 2505"/>
          <p:cNvSpPr/>
          <p:nvPr/>
        </p:nvSpPr>
        <p:spPr>
          <a:xfrm>
            <a:off x="932688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7" name="Oval 2506"/>
          <p:cNvSpPr/>
          <p:nvPr/>
        </p:nvSpPr>
        <p:spPr>
          <a:xfrm>
            <a:off x="1097280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8" name="Oval 2507"/>
          <p:cNvSpPr/>
          <p:nvPr/>
        </p:nvSpPr>
        <p:spPr>
          <a:xfrm>
            <a:off x="1261872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9" name="Oval 2508"/>
          <p:cNvSpPr/>
          <p:nvPr/>
        </p:nvSpPr>
        <p:spPr>
          <a:xfrm>
            <a:off x="1426464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0" name="Oval 2509"/>
          <p:cNvSpPr/>
          <p:nvPr/>
        </p:nvSpPr>
        <p:spPr>
          <a:xfrm>
            <a:off x="1591056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1" name="Oval 2510"/>
          <p:cNvSpPr/>
          <p:nvPr/>
        </p:nvSpPr>
        <p:spPr>
          <a:xfrm>
            <a:off x="1755648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2" name="Oval 2511"/>
          <p:cNvSpPr/>
          <p:nvPr/>
        </p:nvSpPr>
        <p:spPr>
          <a:xfrm>
            <a:off x="1920240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3" name="Oval 2512"/>
          <p:cNvSpPr/>
          <p:nvPr/>
        </p:nvSpPr>
        <p:spPr>
          <a:xfrm>
            <a:off x="2084832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4" name="Oval 2513"/>
          <p:cNvSpPr/>
          <p:nvPr/>
        </p:nvSpPr>
        <p:spPr>
          <a:xfrm>
            <a:off x="2249424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5" name="Oval 2514"/>
          <p:cNvSpPr/>
          <p:nvPr/>
        </p:nvSpPr>
        <p:spPr>
          <a:xfrm>
            <a:off x="2414016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6" name="Oval 2515"/>
          <p:cNvSpPr/>
          <p:nvPr/>
        </p:nvSpPr>
        <p:spPr>
          <a:xfrm>
            <a:off x="2578608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7" name="Oval 2516"/>
          <p:cNvSpPr/>
          <p:nvPr/>
        </p:nvSpPr>
        <p:spPr>
          <a:xfrm>
            <a:off x="2743200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8" name="Oval 2517"/>
          <p:cNvSpPr/>
          <p:nvPr/>
        </p:nvSpPr>
        <p:spPr>
          <a:xfrm>
            <a:off x="2907792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9" name="Oval 2518"/>
          <p:cNvSpPr/>
          <p:nvPr/>
        </p:nvSpPr>
        <p:spPr>
          <a:xfrm>
            <a:off x="3072384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0" name="Oval 2519"/>
          <p:cNvSpPr/>
          <p:nvPr/>
        </p:nvSpPr>
        <p:spPr>
          <a:xfrm>
            <a:off x="3236976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1" name="Oval 2520"/>
          <p:cNvSpPr/>
          <p:nvPr/>
        </p:nvSpPr>
        <p:spPr>
          <a:xfrm>
            <a:off x="3401568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2" name="Oval 2521"/>
          <p:cNvSpPr/>
          <p:nvPr/>
        </p:nvSpPr>
        <p:spPr>
          <a:xfrm>
            <a:off x="3566160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3" name="Oval 2522"/>
          <p:cNvSpPr/>
          <p:nvPr/>
        </p:nvSpPr>
        <p:spPr>
          <a:xfrm>
            <a:off x="3730752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4" name="Oval 2523"/>
          <p:cNvSpPr/>
          <p:nvPr/>
        </p:nvSpPr>
        <p:spPr>
          <a:xfrm>
            <a:off x="3895344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5" name="Oval 2524"/>
          <p:cNvSpPr/>
          <p:nvPr/>
        </p:nvSpPr>
        <p:spPr>
          <a:xfrm>
            <a:off x="4059936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6" name="Oval 2525"/>
          <p:cNvSpPr/>
          <p:nvPr/>
        </p:nvSpPr>
        <p:spPr>
          <a:xfrm>
            <a:off x="4224528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7" name="Oval 2526"/>
          <p:cNvSpPr/>
          <p:nvPr/>
        </p:nvSpPr>
        <p:spPr>
          <a:xfrm>
            <a:off x="4389120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8" name="Oval 2527"/>
          <p:cNvSpPr/>
          <p:nvPr/>
        </p:nvSpPr>
        <p:spPr>
          <a:xfrm>
            <a:off x="4553712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9" name="Oval 2528"/>
          <p:cNvSpPr/>
          <p:nvPr/>
        </p:nvSpPr>
        <p:spPr>
          <a:xfrm>
            <a:off x="4718304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0" name="Oval 2529"/>
          <p:cNvSpPr/>
          <p:nvPr/>
        </p:nvSpPr>
        <p:spPr>
          <a:xfrm>
            <a:off x="4882896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1" name="Oval 2530"/>
          <p:cNvSpPr/>
          <p:nvPr/>
        </p:nvSpPr>
        <p:spPr>
          <a:xfrm>
            <a:off x="5047488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2" name="Oval 2531"/>
          <p:cNvSpPr/>
          <p:nvPr/>
        </p:nvSpPr>
        <p:spPr>
          <a:xfrm>
            <a:off x="5212080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3" name="Oval 2532"/>
          <p:cNvSpPr/>
          <p:nvPr/>
        </p:nvSpPr>
        <p:spPr>
          <a:xfrm>
            <a:off x="5376672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4" name="Oval 2533"/>
          <p:cNvSpPr/>
          <p:nvPr/>
        </p:nvSpPr>
        <p:spPr>
          <a:xfrm>
            <a:off x="5541264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5" name="Oval 2534"/>
          <p:cNvSpPr/>
          <p:nvPr/>
        </p:nvSpPr>
        <p:spPr>
          <a:xfrm>
            <a:off x="5705856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6" name="Oval 2535"/>
          <p:cNvSpPr/>
          <p:nvPr/>
        </p:nvSpPr>
        <p:spPr>
          <a:xfrm>
            <a:off x="5870448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7" name="Oval 2536"/>
          <p:cNvSpPr/>
          <p:nvPr/>
        </p:nvSpPr>
        <p:spPr>
          <a:xfrm>
            <a:off x="6035040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8" name="Oval 2537"/>
          <p:cNvSpPr/>
          <p:nvPr/>
        </p:nvSpPr>
        <p:spPr>
          <a:xfrm>
            <a:off x="6199632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9" name="Oval 2538"/>
          <p:cNvSpPr/>
          <p:nvPr/>
        </p:nvSpPr>
        <p:spPr>
          <a:xfrm>
            <a:off x="6364224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0" name="Oval 2539"/>
          <p:cNvSpPr/>
          <p:nvPr/>
        </p:nvSpPr>
        <p:spPr>
          <a:xfrm>
            <a:off x="6528816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1" name="Oval 2540"/>
          <p:cNvSpPr/>
          <p:nvPr/>
        </p:nvSpPr>
        <p:spPr>
          <a:xfrm>
            <a:off x="6693408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2" name="Oval 2541"/>
          <p:cNvSpPr/>
          <p:nvPr/>
        </p:nvSpPr>
        <p:spPr>
          <a:xfrm>
            <a:off x="6858000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3" name="Oval 2542"/>
          <p:cNvSpPr/>
          <p:nvPr/>
        </p:nvSpPr>
        <p:spPr>
          <a:xfrm>
            <a:off x="7022592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4" name="Oval 2543"/>
          <p:cNvSpPr/>
          <p:nvPr/>
        </p:nvSpPr>
        <p:spPr>
          <a:xfrm>
            <a:off x="7187184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5" name="Oval 2544"/>
          <p:cNvSpPr/>
          <p:nvPr/>
        </p:nvSpPr>
        <p:spPr>
          <a:xfrm>
            <a:off x="7351776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6" name="Oval 2545"/>
          <p:cNvSpPr/>
          <p:nvPr/>
        </p:nvSpPr>
        <p:spPr>
          <a:xfrm>
            <a:off x="7516368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7" name="Oval 2546"/>
          <p:cNvSpPr/>
          <p:nvPr/>
        </p:nvSpPr>
        <p:spPr>
          <a:xfrm>
            <a:off x="7680960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8" name="Oval 2547"/>
          <p:cNvSpPr/>
          <p:nvPr/>
        </p:nvSpPr>
        <p:spPr>
          <a:xfrm>
            <a:off x="7845552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9" name="Oval 2548"/>
          <p:cNvSpPr/>
          <p:nvPr/>
        </p:nvSpPr>
        <p:spPr>
          <a:xfrm>
            <a:off x="8010144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0" name="Oval 2549"/>
          <p:cNvSpPr/>
          <p:nvPr/>
        </p:nvSpPr>
        <p:spPr>
          <a:xfrm>
            <a:off x="8174736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1" name="Oval 2550"/>
          <p:cNvSpPr/>
          <p:nvPr/>
        </p:nvSpPr>
        <p:spPr>
          <a:xfrm>
            <a:off x="8339328" y="85039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2" name="Oval 2551"/>
          <p:cNvSpPr/>
          <p:nvPr/>
        </p:nvSpPr>
        <p:spPr>
          <a:xfrm>
            <a:off x="274320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3" name="Oval 2552"/>
          <p:cNvSpPr/>
          <p:nvPr/>
        </p:nvSpPr>
        <p:spPr>
          <a:xfrm>
            <a:off x="438912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4" name="Oval 2553"/>
          <p:cNvSpPr/>
          <p:nvPr/>
        </p:nvSpPr>
        <p:spPr>
          <a:xfrm>
            <a:off x="603504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5" name="Oval 2554"/>
          <p:cNvSpPr/>
          <p:nvPr/>
        </p:nvSpPr>
        <p:spPr>
          <a:xfrm>
            <a:off x="768096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6" name="Oval 2555"/>
          <p:cNvSpPr/>
          <p:nvPr/>
        </p:nvSpPr>
        <p:spPr>
          <a:xfrm>
            <a:off x="932688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7" name="Oval 2556"/>
          <p:cNvSpPr/>
          <p:nvPr/>
        </p:nvSpPr>
        <p:spPr>
          <a:xfrm>
            <a:off x="1097280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8" name="Oval 2557"/>
          <p:cNvSpPr/>
          <p:nvPr/>
        </p:nvSpPr>
        <p:spPr>
          <a:xfrm>
            <a:off x="1261872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9" name="Oval 2558"/>
          <p:cNvSpPr/>
          <p:nvPr/>
        </p:nvSpPr>
        <p:spPr>
          <a:xfrm>
            <a:off x="1426464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0" name="Oval 2559"/>
          <p:cNvSpPr/>
          <p:nvPr/>
        </p:nvSpPr>
        <p:spPr>
          <a:xfrm>
            <a:off x="1591056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1" name="Oval 2560"/>
          <p:cNvSpPr/>
          <p:nvPr/>
        </p:nvSpPr>
        <p:spPr>
          <a:xfrm>
            <a:off x="1755648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2" name="Oval 2561"/>
          <p:cNvSpPr/>
          <p:nvPr/>
        </p:nvSpPr>
        <p:spPr>
          <a:xfrm>
            <a:off x="1920240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3" name="Oval 2562"/>
          <p:cNvSpPr/>
          <p:nvPr/>
        </p:nvSpPr>
        <p:spPr>
          <a:xfrm>
            <a:off x="2084832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4" name="Oval 2563"/>
          <p:cNvSpPr/>
          <p:nvPr/>
        </p:nvSpPr>
        <p:spPr>
          <a:xfrm>
            <a:off x="2249424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5" name="Oval 2564"/>
          <p:cNvSpPr/>
          <p:nvPr/>
        </p:nvSpPr>
        <p:spPr>
          <a:xfrm>
            <a:off x="2414016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6" name="Oval 2565"/>
          <p:cNvSpPr/>
          <p:nvPr/>
        </p:nvSpPr>
        <p:spPr>
          <a:xfrm>
            <a:off x="2578608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7" name="Oval 2566"/>
          <p:cNvSpPr/>
          <p:nvPr/>
        </p:nvSpPr>
        <p:spPr>
          <a:xfrm>
            <a:off x="2743200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8" name="Oval 2567"/>
          <p:cNvSpPr/>
          <p:nvPr/>
        </p:nvSpPr>
        <p:spPr>
          <a:xfrm>
            <a:off x="2907792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9" name="Oval 2568"/>
          <p:cNvSpPr/>
          <p:nvPr/>
        </p:nvSpPr>
        <p:spPr>
          <a:xfrm>
            <a:off x="3072384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0" name="Oval 2569"/>
          <p:cNvSpPr/>
          <p:nvPr/>
        </p:nvSpPr>
        <p:spPr>
          <a:xfrm>
            <a:off x="3236976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1" name="Oval 2570"/>
          <p:cNvSpPr/>
          <p:nvPr/>
        </p:nvSpPr>
        <p:spPr>
          <a:xfrm>
            <a:off x="3401568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Oval 2571"/>
          <p:cNvSpPr/>
          <p:nvPr/>
        </p:nvSpPr>
        <p:spPr>
          <a:xfrm>
            <a:off x="3566160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3" name="Oval 2572"/>
          <p:cNvSpPr/>
          <p:nvPr/>
        </p:nvSpPr>
        <p:spPr>
          <a:xfrm>
            <a:off x="3730752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4" name="Oval 2573"/>
          <p:cNvSpPr/>
          <p:nvPr/>
        </p:nvSpPr>
        <p:spPr>
          <a:xfrm>
            <a:off x="3895344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5" name="Oval 2574"/>
          <p:cNvSpPr/>
          <p:nvPr/>
        </p:nvSpPr>
        <p:spPr>
          <a:xfrm>
            <a:off x="4059936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6" name="Oval 2575"/>
          <p:cNvSpPr/>
          <p:nvPr/>
        </p:nvSpPr>
        <p:spPr>
          <a:xfrm>
            <a:off x="4224528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7" name="Oval 2576"/>
          <p:cNvSpPr/>
          <p:nvPr/>
        </p:nvSpPr>
        <p:spPr>
          <a:xfrm>
            <a:off x="4389120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8" name="Oval 2577"/>
          <p:cNvSpPr/>
          <p:nvPr/>
        </p:nvSpPr>
        <p:spPr>
          <a:xfrm>
            <a:off x="4553712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9" name="Oval 2578"/>
          <p:cNvSpPr/>
          <p:nvPr/>
        </p:nvSpPr>
        <p:spPr>
          <a:xfrm>
            <a:off x="4718304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0" name="Oval 2579"/>
          <p:cNvSpPr/>
          <p:nvPr/>
        </p:nvSpPr>
        <p:spPr>
          <a:xfrm>
            <a:off x="4882896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1" name="Oval 2580"/>
          <p:cNvSpPr/>
          <p:nvPr/>
        </p:nvSpPr>
        <p:spPr>
          <a:xfrm>
            <a:off x="5047488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2" name="Oval 2581"/>
          <p:cNvSpPr/>
          <p:nvPr/>
        </p:nvSpPr>
        <p:spPr>
          <a:xfrm>
            <a:off x="5212080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3" name="Oval 2582"/>
          <p:cNvSpPr/>
          <p:nvPr/>
        </p:nvSpPr>
        <p:spPr>
          <a:xfrm>
            <a:off x="5376672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4" name="Oval 2583"/>
          <p:cNvSpPr/>
          <p:nvPr/>
        </p:nvSpPr>
        <p:spPr>
          <a:xfrm>
            <a:off x="5541264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5" name="Oval 2584"/>
          <p:cNvSpPr/>
          <p:nvPr/>
        </p:nvSpPr>
        <p:spPr>
          <a:xfrm>
            <a:off x="5705856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6" name="Oval 2585"/>
          <p:cNvSpPr/>
          <p:nvPr/>
        </p:nvSpPr>
        <p:spPr>
          <a:xfrm>
            <a:off x="5870448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7" name="Oval 2586"/>
          <p:cNvSpPr/>
          <p:nvPr/>
        </p:nvSpPr>
        <p:spPr>
          <a:xfrm>
            <a:off x="6035040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8" name="Oval 2587"/>
          <p:cNvSpPr/>
          <p:nvPr/>
        </p:nvSpPr>
        <p:spPr>
          <a:xfrm>
            <a:off x="6199632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9" name="Oval 2588"/>
          <p:cNvSpPr/>
          <p:nvPr/>
        </p:nvSpPr>
        <p:spPr>
          <a:xfrm>
            <a:off x="6364224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0" name="Oval 2589"/>
          <p:cNvSpPr/>
          <p:nvPr/>
        </p:nvSpPr>
        <p:spPr>
          <a:xfrm>
            <a:off x="6528816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1" name="Oval 2590"/>
          <p:cNvSpPr/>
          <p:nvPr/>
        </p:nvSpPr>
        <p:spPr>
          <a:xfrm>
            <a:off x="6693408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2" name="Oval 2591"/>
          <p:cNvSpPr/>
          <p:nvPr/>
        </p:nvSpPr>
        <p:spPr>
          <a:xfrm>
            <a:off x="6858000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3" name="Oval 2592"/>
          <p:cNvSpPr/>
          <p:nvPr/>
        </p:nvSpPr>
        <p:spPr>
          <a:xfrm>
            <a:off x="7022592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4" name="Oval 2593"/>
          <p:cNvSpPr/>
          <p:nvPr/>
        </p:nvSpPr>
        <p:spPr>
          <a:xfrm>
            <a:off x="7187184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5" name="Oval 2594"/>
          <p:cNvSpPr/>
          <p:nvPr/>
        </p:nvSpPr>
        <p:spPr>
          <a:xfrm>
            <a:off x="7351776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6" name="Oval 2595"/>
          <p:cNvSpPr/>
          <p:nvPr/>
        </p:nvSpPr>
        <p:spPr>
          <a:xfrm>
            <a:off x="7516368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7" name="Oval 2596"/>
          <p:cNvSpPr/>
          <p:nvPr/>
        </p:nvSpPr>
        <p:spPr>
          <a:xfrm>
            <a:off x="7680960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8" name="Oval 2597"/>
          <p:cNvSpPr/>
          <p:nvPr/>
        </p:nvSpPr>
        <p:spPr>
          <a:xfrm>
            <a:off x="7845552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9" name="Oval 2598"/>
          <p:cNvSpPr/>
          <p:nvPr/>
        </p:nvSpPr>
        <p:spPr>
          <a:xfrm>
            <a:off x="8010144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0" name="Oval 2599"/>
          <p:cNvSpPr/>
          <p:nvPr/>
        </p:nvSpPr>
        <p:spPr>
          <a:xfrm>
            <a:off x="8174736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1" name="Oval 2600"/>
          <p:cNvSpPr/>
          <p:nvPr/>
        </p:nvSpPr>
        <p:spPr>
          <a:xfrm>
            <a:off x="8339328" y="86685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2" name="Oval 2601"/>
          <p:cNvSpPr/>
          <p:nvPr/>
        </p:nvSpPr>
        <p:spPr>
          <a:xfrm>
            <a:off x="274320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3" name="Oval 2602"/>
          <p:cNvSpPr/>
          <p:nvPr/>
        </p:nvSpPr>
        <p:spPr>
          <a:xfrm>
            <a:off x="438912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4" name="Oval 2603"/>
          <p:cNvSpPr/>
          <p:nvPr/>
        </p:nvSpPr>
        <p:spPr>
          <a:xfrm>
            <a:off x="603504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5" name="Oval 2604"/>
          <p:cNvSpPr/>
          <p:nvPr/>
        </p:nvSpPr>
        <p:spPr>
          <a:xfrm>
            <a:off x="768096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6" name="Oval 2605"/>
          <p:cNvSpPr/>
          <p:nvPr/>
        </p:nvSpPr>
        <p:spPr>
          <a:xfrm>
            <a:off x="932688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7" name="Oval 2606"/>
          <p:cNvSpPr/>
          <p:nvPr/>
        </p:nvSpPr>
        <p:spPr>
          <a:xfrm>
            <a:off x="1097280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8" name="Oval 2607"/>
          <p:cNvSpPr/>
          <p:nvPr/>
        </p:nvSpPr>
        <p:spPr>
          <a:xfrm>
            <a:off x="1261872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9" name="Oval 2608"/>
          <p:cNvSpPr/>
          <p:nvPr/>
        </p:nvSpPr>
        <p:spPr>
          <a:xfrm>
            <a:off x="1426464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0" name="Oval 2609"/>
          <p:cNvSpPr/>
          <p:nvPr/>
        </p:nvSpPr>
        <p:spPr>
          <a:xfrm>
            <a:off x="1591056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1" name="Oval 2610"/>
          <p:cNvSpPr/>
          <p:nvPr/>
        </p:nvSpPr>
        <p:spPr>
          <a:xfrm>
            <a:off x="1755648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2" name="Oval 2611"/>
          <p:cNvSpPr/>
          <p:nvPr/>
        </p:nvSpPr>
        <p:spPr>
          <a:xfrm>
            <a:off x="1920240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3" name="Oval 2612"/>
          <p:cNvSpPr/>
          <p:nvPr/>
        </p:nvSpPr>
        <p:spPr>
          <a:xfrm>
            <a:off x="2084832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4" name="Oval 2613"/>
          <p:cNvSpPr/>
          <p:nvPr/>
        </p:nvSpPr>
        <p:spPr>
          <a:xfrm>
            <a:off x="2249424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5" name="Oval 2614"/>
          <p:cNvSpPr/>
          <p:nvPr/>
        </p:nvSpPr>
        <p:spPr>
          <a:xfrm>
            <a:off x="2414016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6" name="Oval 2615"/>
          <p:cNvSpPr/>
          <p:nvPr/>
        </p:nvSpPr>
        <p:spPr>
          <a:xfrm>
            <a:off x="2578608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7" name="Oval 2616"/>
          <p:cNvSpPr/>
          <p:nvPr/>
        </p:nvSpPr>
        <p:spPr>
          <a:xfrm>
            <a:off x="2743200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8" name="Oval 2617"/>
          <p:cNvSpPr/>
          <p:nvPr/>
        </p:nvSpPr>
        <p:spPr>
          <a:xfrm>
            <a:off x="2907792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9" name="Oval 2618"/>
          <p:cNvSpPr/>
          <p:nvPr/>
        </p:nvSpPr>
        <p:spPr>
          <a:xfrm>
            <a:off x="3072384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0" name="Oval 2619"/>
          <p:cNvSpPr/>
          <p:nvPr/>
        </p:nvSpPr>
        <p:spPr>
          <a:xfrm>
            <a:off x="3236976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1" name="Oval 2620"/>
          <p:cNvSpPr/>
          <p:nvPr/>
        </p:nvSpPr>
        <p:spPr>
          <a:xfrm>
            <a:off x="3401568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2" name="Oval 2621"/>
          <p:cNvSpPr/>
          <p:nvPr/>
        </p:nvSpPr>
        <p:spPr>
          <a:xfrm>
            <a:off x="3566160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3" name="Oval 2622"/>
          <p:cNvSpPr/>
          <p:nvPr/>
        </p:nvSpPr>
        <p:spPr>
          <a:xfrm>
            <a:off x="3730752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4" name="Oval 2623"/>
          <p:cNvSpPr/>
          <p:nvPr/>
        </p:nvSpPr>
        <p:spPr>
          <a:xfrm>
            <a:off x="3895344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5" name="Oval 2624"/>
          <p:cNvSpPr/>
          <p:nvPr/>
        </p:nvSpPr>
        <p:spPr>
          <a:xfrm>
            <a:off x="4059936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6" name="Oval 2625"/>
          <p:cNvSpPr/>
          <p:nvPr/>
        </p:nvSpPr>
        <p:spPr>
          <a:xfrm>
            <a:off x="4224528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7" name="Oval 2626"/>
          <p:cNvSpPr/>
          <p:nvPr/>
        </p:nvSpPr>
        <p:spPr>
          <a:xfrm>
            <a:off x="4389120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8" name="Oval 2627"/>
          <p:cNvSpPr/>
          <p:nvPr/>
        </p:nvSpPr>
        <p:spPr>
          <a:xfrm>
            <a:off x="4553712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9" name="Oval 2628"/>
          <p:cNvSpPr/>
          <p:nvPr/>
        </p:nvSpPr>
        <p:spPr>
          <a:xfrm>
            <a:off x="4718304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0" name="Oval 2629"/>
          <p:cNvSpPr/>
          <p:nvPr/>
        </p:nvSpPr>
        <p:spPr>
          <a:xfrm>
            <a:off x="4882896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1" name="Oval 2630"/>
          <p:cNvSpPr/>
          <p:nvPr/>
        </p:nvSpPr>
        <p:spPr>
          <a:xfrm>
            <a:off x="5047488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2" name="Oval 2631"/>
          <p:cNvSpPr/>
          <p:nvPr/>
        </p:nvSpPr>
        <p:spPr>
          <a:xfrm>
            <a:off x="5212080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3" name="Oval 2632"/>
          <p:cNvSpPr/>
          <p:nvPr/>
        </p:nvSpPr>
        <p:spPr>
          <a:xfrm>
            <a:off x="5376672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4" name="Oval 2633"/>
          <p:cNvSpPr/>
          <p:nvPr/>
        </p:nvSpPr>
        <p:spPr>
          <a:xfrm>
            <a:off x="5541264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5" name="Oval 2634"/>
          <p:cNvSpPr/>
          <p:nvPr/>
        </p:nvSpPr>
        <p:spPr>
          <a:xfrm>
            <a:off x="5705856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6" name="Oval 2635"/>
          <p:cNvSpPr/>
          <p:nvPr/>
        </p:nvSpPr>
        <p:spPr>
          <a:xfrm>
            <a:off x="5870448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7" name="Oval 2636"/>
          <p:cNvSpPr/>
          <p:nvPr/>
        </p:nvSpPr>
        <p:spPr>
          <a:xfrm>
            <a:off x="6035040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8" name="Oval 2637"/>
          <p:cNvSpPr/>
          <p:nvPr/>
        </p:nvSpPr>
        <p:spPr>
          <a:xfrm>
            <a:off x="6199632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9" name="Oval 2638"/>
          <p:cNvSpPr/>
          <p:nvPr/>
        </p:nvSpPr>
        <p:spPr>
          <a:xfrm>
            <a:off x="6364224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0" name="Oval 2639"/>
          <p:cNvSpPr/>
          <p:nvPr/>
        </p:nvSpPr>
        <p:spPr>
          <a:xfrm>
            <a:off x="6528816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1" name="Oval 2640"/>
          <p:cNvSpPr/>
          <p:nvPr/>
        </p:nvSpPr>
        <p:spPr>
          <a:xfrm>
            <a:off x="6693408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2" name="Oval 2641"/>
          <p:cNvSpPr/>
          <p:nvPr/>
        </p:nvSpPr>
        <p:spPr>
          <a:xfrm>
            <a:off x="6858000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3" name="Oval 2642"/>
          <p:cNvSpPr/>
          <p:nvPr/>
        </p:nvSpPr>
        <p:spPr>
          <a:xfrm>
            <a:off x="7022592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4" name="Oval 2643"/>
          <p:cNvSpPr/>
          <p:nvPr/>
        </p:nvSpPr>
        <p:spPr>
          <a:xfrm>
            <a:off x="7187184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5" name="Oval 2644"/>
          <p:cNvSpPr/>
          <p:nvPr/>
        </p:nvSpPr>
        <p:spPr>
          <a:xfrm>
            <a:off x="7351776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6" name="Oval 2645"/>
          <p:cNvSpPr/>
          <p:nvPr/>
        </p:nvSpPr>
        <p:spPr>
          <a:xfrm>
            <a:off x="7516368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7" name="Oval 2646"/>
          <p:cNvSpPr/>
          <p:nvPr/>
        </p:nvSpPr>
        <p:spPr>
          <a:xfrm>
            <a:off x="7680960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8" name="Oval 2647"/>
          <p:cNvSpPr/>
          <p:nvPr/>
        </p:nvSpPr>
        <p:spPr>
          <a:xfrm>
            <a:off x="7845552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9" name="Oval 2648"/>
          <p:cNvSpPr/>
          <p:nvPr/>
        </p:nvSpPr>
        <p:spPr>
          <a:xfrm>
            <a:off x="8010144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0" name="Oval 2649"/>
          <p:cNvSpPr/>
          <p:nvPr/>
        </p:nvSpPr>
        <p:spPr>
          <a:xfrm>
            <a:off x="8174736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1" name="Oval 2650"/>
          <p:cNvSpPr/>
          <p:nvPr/>
        </p:nvSpPr>
        <p:spPr>
          <a:xfrm>
            <a:off x="8339328" y="88331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2" name="Oval 2651"/>
          <p:cNvSpPr/>
          <p:nvPr/>
        </p:nvSpPr>
        <p:spPr>
          <a:xfrm>
            <a:off x="274320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3" name="Oval 2652"/>
          <p:cNvSpPr/>
          <p:nvPr/>
        </p:nvSpPr>
        <p:spPr>
          <a:xfrm>
            <a:off x="438912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4" name="Oval 2653"/>
          <p:cNvSpPr/>
          <p:nvPr/>
        </p:nvSpPr>
        <p:spPr>
          <a:xfrm>
            <a:off x="603504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5" name="Oval 2654"/>
          <p:cNvSpPr/>
          <p:nvPr/>
        </p:nvSpPr>
        <p:spPr>
          <a:xfrm>
            <a:off x="768096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6" name="Oval 2655"/>
          <p:cNvSpPr/>
          <p:nvPr/>
        </p:nvSpPr>
        <p:spPr>
          <a:xfrm>
            <a:off x="932688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7" name="Oval 2656"/>
          <p:cNvSpPr/>
          <p:nvPr/>
        </p:nvSpPr>
        <p:spPr>
          <a:xfrm>
            <a:off x="1097280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8" name="Oval 2657"/>
          <p:cNvSpPr/>
          <p:nvPr/>
        </p:nvSpPr>
        <p:spPr>
          <a:xfrm>
            <a:off x="1261872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9" name="Oval 2658"/>
          <p:cNvSpPr/>
          <p:nvPr/>
        </p:nvSpPr>
        <p:spPr>
          <a:xfrm>
            <a:off x="1426464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0" name="Oval 2659"/>
          <p:cNvSpPr/>
          <p:nvPr/>
        </p:nvSpPr>
        <p:spPr>
          <a:xfrm>
            <a:off x="1591056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1" name="Oval 2660"/>
          <p:cNvSpPr/>
          <p:nvPr/>
        </p:nvSpPr>
        <p:spPr>
          <a:xfrm>
            <a:off x="1755648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2" name="Oval 2661"/>
          <p:cNvSpPr/>
          <p:nvPr/>
        </p:nvSpPr>
        <p:spPr>
          <a:xfrm>
            <a:off x="1920240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3" name="Oval 2662"/>
          <p:cNvSpPr/>
          <p:nvPr/>
        </p:nvSpPr>
        <p:spPr>
          <a:xfrm>
            <a:off x="2084832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4" name="Oval 2663"/>
          <p:cNvSpPr/>
          <p:nvPr/>
        </p:nvSpPr>
        <p:spPr>
          <a:xfrm>
            <a:off x="2249424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5" name="Oval 2664"/>
          <p:cNvSpPr/>
          <p:nvPr/>
        </p:nvSpPr>
        <p:spPr>
          <a:xfrm>
            <a:off x="2414016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6" name="Oval 2665"/>
          <p:cNvSpPr/>
          <p:nvPr/>
        </p:nvSpPr>
        <p:spPr>
          <a:xfrm>
            <a:off x="2578608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7" name="Oval 2666"/>
          <p:cNvSpPr/>
          <p:nvPr/>
        </p:nvSpPr>
        <p:spPr>
          <a:xfrm>
            <a:off x="2743200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8" name="Oval 2667"/>
          <p:cNvSpPr/>
          <p:nvPr/>
        </p:nvSpPr>
        <p:spPr>
          <a:xfrm>
            <a:off x="2907792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9" name="Oval 2668"/>
          <p:cNvSpPr/>
          <p:nvPr/>
        </p:nvSpPr>
        <p:spPr>
          <a:xfrm>
            <a:off x="3072384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0" name="Oval 2669"/>
          <p:cNvSpPr/>
          <p:nvPr/>
        </p:nvSpPr>
        <p:spPr>
          <a:xfrm>
            <a:off x="3236976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1" name="Oval 2670"/>
          <p:cNvSpPr/>
          <p:nvPr/>
        </p:nvSpPr>
        <p:spPr>
          <a:xfrm>
            <a:off x="3401568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2" name="Oval 2671"/>
          <p:cNvSpPr/>
          <p:nvPr/>
        </p:nvSpPr>
        <p:spPr>
          <a:xfrm>
            <a:off x="3566160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3" name="Oval 2672"/>
          <p:cNvSpPr/>
          <p:nvPr/>
        </p:nvSpPr>
        <p:spPr>
          <a:xfrm>
            <a:off x="3730752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4" name="Oval 2673"/>
          <p:cNvSpPr/>
          <p:nvPr/>
        </p:nvSpPr>
        <p:spPr>
          <a:xfrm>
            <a:off x="3895344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5" name="Oval 2674"/>
          <p:cNvSpPr/>
          <p:nvPr/>
        </p:nvSpPr>
        <p:spPr>
          <a:xfrm>
            <a:off x="4059936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6" name="Oval 2675"/>
          <p:cNvSpPr/>
          <p:nvPr/>
        </p:nvSpPr>
        <p:spPr>
          <a:xfrm>
            <a:off x="4224528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7" name="Oval 2676"/>
          <p:cNvSpPr/>
          <p:nvPr/>
        </p:nvSpPr>
        <p:spPr>
          <a:xfrm>
            <a:off x="4389120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8" name="Oval 2677"/>
          <p:cNvSpPr/>
          <p:nvPr/>
        </p:nvSpPr>
        <p:spPr>
          <a:xfrm>
            <a:off x="4553712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9" name="Oval 2678"/>
          <p:cNvSpPr/>
          <p:nvPr/>
        </p:nvSpPr>
        <p:spPr>
          <a:xfrm>
            <a:off x="4718304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0" name="Oval 2679"/>
          <p:cNvSpPr/>
          <p:nvPr/>
        </p:nvSpPr>
        <p:spPr>
          <a:xfrm>
            <a:off x="4882896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1" name="Oval 2680"/>
          <p:cNvSpPr/>
          <p:nvPr/>
        </p:nvSpPr>
        <p:spPr>
          <a:xfrm>
            <a:off x="5047488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2" name="Oval 2681"/>
          <p:cNvSpPr/>
          <p:nvPr/>
        </p:nvSpPr>
        <p:spPr>
          <a:xfrm>
            <a:off x="5212080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3" name="Oval 2682"/>
          <p:cNvSpPr/>
          <p:nvPr/>
        </p:nvSpPr>
        <p:spPr>
          <a:xfrm>
            <a:off x="5376672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4" name="Oval 2683"/>
          <p:cNvSpPr/>
          <p:nvPr/>
        </p:nvSpPr>
        <p:spPr>
          <a:xfrm>
            <a:off x="5541264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5" name="Oval 2684"/>
          <p:cNvSpPr/>
          <p:nvPr/>
        </p:nvSpPr>
        <p:spPr>
          <a:xfrm>
            <a:off x="5705856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6" name="Oval 2685"/>
          <p:cNvSpPr/>
          <p:nvPr/>
        </p:nvSpPr>
        <p:spPr>
          <a:xfrm>
            <a:off x="5870448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7" name="Oval 2686"/>
          <p:cNvSpPr/>
          <p:nvPr/>
        </p:nvSpPr>
        <p:spPr>
          <a:xfrm>
            <a:off x="6035040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8" name="Oval 2687"/>
          <p:cNvSpPr/>
          <p:nvPr/>
        </p:nvSpPr>
        <p:spPr>
          <a:xfrm>
            <a:off x="6199632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9" name="Oval 2688"/>
          <p:cNvSpPr/>
          <p:nvPr/>
        </p:nvSpPr>
        <p:spPr>
          <a:xfrm>
            <a:off x="6364224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0" name="Oval 2689"/>
          <p:cNvSpPr/>
          <p:nvPr/>
        </p:nvSpPr>
        <p:spPr>
          <a:xfrm>
            <a:off x="6528816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1" name="Oval 2690"/>
          <p:cNvSpPr/>
          <p:nvPr/>
        </p:nvSpPr>
        <p:spPr>
          <a:xfrm>
            <a:off x="6693408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2" name="Oval 2691"/>
          <p:cNvSpPr/>
          <p:nvPr/>
        </p:nvSpPr>
        <p:spPr>
          <a:xfrm>
            <a:off x="6858000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3" name="Oval 2692"/>
          <p:cNvSpPr/>
          <p:nvPr/>
        </p:nvSpPr>
        <p:spPr>
          <a:xfrm>
            <a:off x="7022592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4" name="Oval 2693"/>
          <p:cNvSpPr/>
          <p:nvPr/>
        </p:nvSpPr>
        <p:spPr>
          <a:xfrm>
            <a:off x="7187184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5" name="Oval 2694"/>
          <p:cNvSpPr/>
          <p:nvPr/>
        </p:nvSpPr>
        <p:spPr>
          <a:xfrm>
            <a:off x="7351776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6" name="Oval 2695"/>
          <p:cNvSpPr/>
          <p:nvPr/>
        </p:nvSpPr>
        <p:spPr>
          <a:xfrm>
            <a:off x="7516368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7" name="Oval 2696"/>
          <p:cNvSpPr/>
          <p:nvPr/>
        </p:nvSpPr>
        <p:spPr>
          <a:xfrm>
            <a:off x="7680960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8" name="Oval 2697"/>
          <p:cNvSpPr/>
          <p:nvPr/>
        </p:nvSpPr>
        <p:spPr>
          <a:xfrm>
            <a:off x="7845552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9" name="Oval 2698"/>
          <p:cNvSpPr/>
          <p:nvPr/>
        </p:nvSpPr>
        <p:spPr>
          <a:xfrm>
            <a:off x="8010144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0" name="Oval 2699"/>
          <p:cNvSpPr/>
          <p:nvPr/>
        </p:nvSpPr>
        <p:spPr>
          <a:xfrm>
            <a:off x="8174736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1" name="Oval 2700"/>
          <p:cNvSpPr/>
          <p:nvPr/>
        </p:nvSpPr>
        <p:spPr>
          <a:xfrm>
            <a:off x="8339328" y="89976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2" name="Oval 2701"/>
          <p:cNvSpPr/>
          <p:nvPr/>
        </p:nvSpPr>
        <p:spPr>
          <a:xfrm>
            <a:off x="274320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3" name="Oval 2702"/>
          <p:cNvSpPr/>
          <p:nvPr/>
        </p:nvSpPr>
        <p:spPr>
          <a:xfrm>
            <a:off x="438912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4" name="Oval 2703"/>
          <p:cNvSpPr/>
          <p:nvPr/>
        </p:nvSpPr>
        <p:spPr>
          <a:xfrm>
            <a:off x="603504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5" name="Oval 2704"/>
          <p:cNvSpPr/>
          <p:nvPr/>
        </p:nvSpPr>
        <p:spPr>
          <a:xfrm>
            <a:off x="768096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6" name="Oval 2705"/>
          <p:cNvSpPr/>
          <p:nvPr/>
        </p:nvSpPr>
        <p:spPr>
          <a:xfrm>
            <a:off x="932688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7" name="Oval 2706"/>
          <p:cNvSpPr/>
          <p:nvPr/>
        </p:nvSpPr>
        <p:spPr>
          <a:xfrm>
            <a:off x="1097280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8" name="Oval 2707"/>
          <p:cNvSpPr/>
          <p:nvPr/>
        </p:nvSpPr>
        <p:spPr>
          <a:xfrm>
            <a:off x="1261872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9" name="Oval 2708"/>
          <p:cNvSpPr/>
          <p:nvPr/>
        </p:nvSpPr>
        <p:spPr>
          <a:xfrm>
            <a:off x="1426464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0" name="Oval 2709"/>
          <p:cNvSpPr/>
          <p:nvPr/>
        </p:nvSpPr>
        <p:spPr>
          <a:xfrm>
            <a:off x="1591056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1" name="Oval 2710"/>
          <p:cNvSpPr/>
          <p:nvPr/>
        </p:nvSpPr>
        <p:spPr>
          <a:xfrm>
            <a:off x="1755648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2" name="Oval 2711"/>
          <p:cNvSpPr/>
          <p:nvPr/>
        </p:nvSpPr>
        <p:spPr>
          <a:xfrm>
            <a:off x="1920240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3" name="Oval 2712"/>
          <p:cNvSpPr/>
          <p:nvPr/>
        </p:nvSpPr>
        <p:spPr>
          <a:xfrm>
            <a:off x="2084832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4" name="Oval 2713"/>
          <p:cNvSpPr/>
          <p:nvPr/>
        </p:nvSpPr>
        <p:spPr>
          <a:xfrm>
            <a:off x="2249424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5" name="Oval 2714"/>
          <p:cNvSpPr/>
          <p:nvPr/>
        </p:nvSpPr>
        <p:spPr>
          <a:xfrm>
            <a:off x="2414016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6" name="Oval 2715"/>
          <p:cNvSpPr/>
          <p:nvPr/>
        </p:nvSpPr>
        <p:spPr>
          <a:xfrm>
            <a:off x="2578608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7" name="Oval 2716"/>
          <p:cNvSpPr/>
          <p:nvPr/>
        </p:nvSpPr>
        <p:spPr>
          <a:xfrm>
            <a:off x="2743200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8" name="Oval 2717"/>
          <p:cNvSpPr/>
          <p:nvPr/>
        </p:nvSpPr>
        <p:spPr>
          <a:xfrm>
            <a:off x="2907792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9" name="Oval 2718"/>
          <p:cNvSpPr/>
          <p:nvPr/>
        </p:nvSpPr>
        <p:spPr>
          <a:xfrm>
            <a:off x="3072384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0" name="Oval 2719"/>
          <p:cNvSpPr/>
          <p:nvPr/>
        </p:nvSpPr>
        <p:spPr>
          <a:xfrm>
            <a:off x="3236976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1" name="Oval 2720"/>
          <p:cNvSpPr/>
          <p:nvPr/>
        </p:nvSpPr>
        <p:spPr>
          <a:xfrm>
            <a:off x="3401568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2" name="Oval 2721"/>
          <p:cNvSpPr/>
          <p:nvPr/>
        </p:nvSpPr>
        <p:spPr>
          <a:xfrm>
            <a:off x="3566160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3" name="Oval 2722"/>
          <p:cNvSpPr/>
          <p:nvPr/>
        </p:nvSpPr>
        <p:spPr>
          <a:xfrm>
            <a:off x="3730752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4" name="Oval 2723"/>
          <p:cNvSpPr/>
          <p:nvPr/>
        </p:nvSpPr>
        <p:spPr>
          <a:xfrm>
            <a:off x="3895344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5" name="Oval 2724"/>
          <p:cNvSpPr/>
          <p:nvPr/>
        </p:nvSpPr>
        <p:spPr>
          <a:xfrm>
            <a:off x="4059936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6" name="Oval 2725"/>
          <p:cNvSpPr/>
          <p:nvPr/>
        </p:nvSpPr>
        <p:spPr>
          <a:xfrm>
            <a:off x="4224528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7" name="Oval 2726"/>
          <p:cNvSpPr/>
          <p:nvPr/>
        </p:nvSpPr>
        <p:spPr>
          <a:xfrm>
            <a:off x="4389120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8" name="Oval 2727"/>
          <p:cNvSpPr/>
          <p:nvPr/>
        </p:nvSpPr>
        <p:spPr>
          <a:xfrm>
            <a:off x="4553712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9" name="Oval 2728"/>
          <p:cNvSpPr/>
          <p:nvPr/>
        </p:nvSpPr>
        <p:spPr>
          <a:xfrm>
            <a:off x="4718304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0" name="Oval 2729"/>
          <p:cNvSpPr/>
          <p:nvPr/>
        </p:nvSpPr>
        <p:spPr>
          <a:xfrm>
            <a:off x="4882896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1" name="Oval 2730"/>
          <p:cNvSpPr/>
          <p:nvPr/>
        </p:nvSpPr>
        <p:spPr>
          <a:xfrm>
            <a:off x="5047488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2" name="Oval 2731"/>
          <p:cNvSpPr/>
          <p:nvPr/>
        </p:nvSpPr>
        <p:spPr>
          <a:xfrm>
            <a:off x="5212080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3" name="Oval 2732"/>
          <p:cNvSpPr/>
          <p:nvPr/>
        </p:nvSpPr>
        <p:spPr>
          <a:xfrm>
            <a:off x="5376672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4" name="Oval 2733"/>
          <p:cNvSpPr/>
          <p:nvPr/>
        </p:nvSpPr>
        <p:spPr>
          <a:xfrm>
            <a:off x="5541264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5" name="Oval 2734"/>
          <p:cNvSpPr/>
          <p:nvPr/>
        </p:nvSpPr>
        <p:spPr>
          <a:xfrm>
            <a:off x="5705856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6" name="Oval 2735"/>
          <p:cNvSpPr/>
          <p:nvPr/>
        </p:nvSpPr>
        <p:spPr>
          <a:xfrm>
            <a:off x="5870448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7" name="Oval 2736"/>
          <p:cNvSpPr/>
          <p:nvPr/>
        </p:nvSpPr>
        <p:spPr>
          <a:xfrm>
            <a:off x="6035040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8" name="Oval 2737"/>
          <p:cNvSpPr/>
          <p:nvPr/>
        </p:nvSpPr>
        <p:spPr>
          <a:xfrm>
            <a:off x="6199632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9" name="Oval 2738"/>
          <p:cNvSpPr/>
          <p:nvPr/>
        </p:nvSpPr>
        <p:spPr>
          <a:xfrm>
            <a:off x="6364224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0" name="Oval 2739"/>
          <p:cNvSpPr/>
          <p:nvPr/>
        </p:nvSpPr>
        <p:spPr>
          <a:xfrm>
            <a:off x="6528816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1" name="Oval 2740"/>
          <p:cNvSpPr/>
          <p:nvPr/>
        </p:nvSpPr>
        <p:spPr>
          <a:xfrm>
            <a:off x="6693408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2" name="Oval 2741"/>
          <p:cNvSpPr/>
          <p:nvPr/>
        </p:nvSpPr>
        <p:spPr>
          <a:xfrm>
            <a:off x="6858000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3" name="Oval 2742"/>
          <p:cNvSpPr/>
          <p:nvPr/>
        </p:nvSpPr>
        <p:spPr>
          <a:xfrm>
            <a:off x="7022592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4" name="Oval 2743"/>
          <p:cNvSpPr/>
          <p:nvPr/>
        </p:nvSpPr>
        <p:spPr>
          <a:xfrm>
            <a:off x="7187184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5" name="Oval 2744"/>
          <p:cNvSpPr/>
          <p:nvPr/>
        </p:nvSpPr>
        <p:spPr>
          <a:xfrm>
            <a:off x="7351776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6" name="Oval 2745"/>
          <p:cNvSpPr/>
          <p:nvPr/>
        </p:nvSpPr>
        <p:spPr>
          <a:xfrm>
            <a:off x="7516368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7" name="Oval 2746"/>
          <p:cNvSpPr/>
          <p:nvPr/>
        </p:nvSpPr>
        <p:spPr>
          <a:xfrm>
            <a:off x="7680960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8" name="Oval 2747"/>
          <p:cNvSpPr/>
          <p:nvPr/>
        </p:nvSpPr>
        <p:spPr>
          <a:xfrm>
            <a:off x="7845552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9" name="Oval 2748"/>
          <p:cNvSpPr/>
          <p:nvPr/>
        </p:nvSpPr>
        <p:spPr>
          <a:xfrm>
            <a:off x="8010144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0" name="Oval 2749"/>
          <p:cNvSpPr/>
          <p:nvPr/>
        </p:nvSpPr>
        <p:spPr>
          <a:xfrm>
            <a:off x="8174736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1" name="Oval 2750"/>
          <p:cNvSpPr/>
          <p:nvPr/>
        </p:nvSpPr>
        <p:spPr>
          <a:xfrm>
            <a:off x="8339328" y="91622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2" name="Oval 2751"/>
          <p:cNvSpPr/>
          <p:nvPr/>
        </p:nvSpPr>
        <p:spPr>
          <a:xfrm>
            <a:off x="274320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3" name="Oval 2752"/>
          <p:cNvSpPr/>
          <p:nvPr/>
        </p:nvSpPr>
        <p:spPr>
          <a:xfrm>
            <a:off x="438912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4" name="Oval 2753"/>
          <p:cNvSpPr/>
          <p:nvPr/>
        </p:nvSpPr>
        <p:spPr>
          <a:xfrm>
            <a:off x="603504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5" name="Oval 2754"/>
          <p:cNvSpPr/>
          <p:nvPr/>
        </p:nvSpPr>
        <p:spPr>
          <a:xfrm>
            <a:off x="768096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6" name="Oval 2755"/>
          <p:cNvSpPr/>
          <p:nvPr/>
        </p:nvSpPr>
        <p:spPr>
          <a:xfrm>
            <a:off x="932688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7" name="Oval 2756"/>
          <p:cNvSpPr/>
          <p:nvPr/>
        </p:nvSpPr>
        <p:spPr>
          <a:xfrm>
            <a:off x="1097280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8" name="Oval 2757"/>
          <p:cNvSpPr/>
          <p:nvPr/>
        </p:nvSpPr>
        <p:spPr>
          <a:xfrm>
            <a:off x="1261872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9" name="Oval 2758"/>
          <p:cNvSpPr/>
          <p:nvPr/>
        </p:nvSpPr>
        <p:spPr>
          <a:xfrm>
            <a:off x="1426464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0" name="Oval 2759"/>
          <p:cNvSpPr/>
          <p:nvPr/>
        </p:nvSpPr>
        <p:spPr>
          <a:xfrm>
            <a:off x="1591056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1" name="Oval 2760"/>
          <p:cNvSpPr/>
          <p:nvPr/>
        </p:nvSpPr>
        <p:spPr>
          <a:xfrm>
            <a:off x="1755648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2" name="Oval 2761"/>
          <p:cNvSpPr/>
          <p:nvPr/>
        </p:nvSpPr>
        <p:spPr>
          <a:xfrm>
            <a:off x="1920240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3" name="Oval 2762"/>
          <p:cNvSpPr/>
          <p:nvPr/>
        </p:nvSpPr>
        <p:spPr>
          <a:xfrm>
            <a:off x="2084832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4" name="Oval 2763"/>
          <p:cNvSpPr/>
          <p:nvPr/>
        </p:nvSpPr>
        <p:spPr>
          <a:xfrm>
            <a:off x="2249424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5" name="Oval 2764"/>
          <p:cNvSpPr/>
          <p:nvPr/>
        </p:nvSpPr>
        <p:spPr>
          <a:xfrm>
            <a:off x="2414016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6" name="Oval 2765"/>
          <p:cNvSpPr/>
          <p:nvPr/>
        </p:nvSpPr>
        <p:spPr>
          <a:xfrm>
            <a:off x="2578608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7" name="Oval 2766"/>
          <p:cNvSpPr/>
          <p:nvPr/>
        </p:nvSpPr>
        <p:spPr>
          <a:xfrm>
            <a:off x="2743200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8" name="Oval 2767"/>
          <p:cNvSpPr/>
          <p:nvPr/>
        </p:nvSpPr>
        <p:spPr>
          <a:xfrm>
            <a:off x="2907792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9" name="Oval 2768"/>
          <p:cNvSpPr/>
          <p:nvPr/>
        </p:nvSpPr>
        <p:spPr>
          <a:xfrm>
            <a:off x="3072384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0" name="Oval 2769"/>
          <p:cNvSpPr/>
          <p:nvPr/>
        </p:nvSpPr>
        <p:spPr>
          <a:xfrm>
            <a:off x="3236976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1" name="Oval 2770"/>
          <p:cNvSpPr/>
          <p:nvPr/>
        </p:nvSpPr>
        <p:spPr>
          <a:xfrm>
            <a:off x="3401568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2" name="Oval 2771"/>
          <p:cNvSpPr/>
          <p:nvPr/>
        </p:nvSpPr>
        <p:spPr>
          <a:xfrm>
            <a:off x="3566160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3" name="Oval 2772"/>
          <p:cNvSpPr/>
          <p:nvPr/>
        </p:nvSpPr>
        <p:spPr>
          <a:xfrm>
            <a:off x="3730752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4" name="Oval 2773"/>
          <p:cNvSpPr/>
          <p:nvPr/>
        </p:nvSpPr>
        <p:spPr>
          <a:xfrm>
            <a:off x="3895344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5" name="Oval 2774"/>
          <p:cNvSpPr/>
          <p:nvPr/>
        </p:nvSpPr>
        <p:spPr>
          <a:xfrm>
            <a:off x="4059936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6" name="Oval 2775"/>
          <p:cNvSpPr/>
          <p:nvPr/>
        </p:nvSpPr>
        <p:spPr>
          <a:xfrm>
            <a:off x="4224528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7" name="Oval 2776"/>
          <p:cNvSpPr/>
          <p:nvPr/>
        </p:nvSpPr>
        <p:spPr>
          <a:xfrm>
            <a:off x="4389120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8" name="Oval 2777"/>
          <p:cNvSpPr/>
          <p:nvPr/>
        </p:nvSpPr>
        <p:spPr>
          <a:xfrm>
            <a:off x="4553712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9" name="Oval 2778"/>
          <p:cNvSpPr/>
          <p:nvPr/>
        </p:nvSpPr>
        <p:spPr>
          <a:xfrm>
            <a:off x="4718304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0" name="Oval 2779"/>
          <p:cNvSpPr/>
          <p:nvPr/>
        </p:nvSpPr>
        <p:spPr>
          <a:xfrm>
            <a:off x="4882896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1" name="Oval 2780"/>
          <p:cNvSpPr/>
          <p:nvPr/>
        </p:nvSpPr>
        <p:spPr>
          <a:xfrm>
            <a:off x="5047488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2" name="Oval 2781"/>
          <p:cNvSpPr/>
          <p:nvPr/>
        </p:nvSpPr>
        <p:spPr>
          <a:xfrm>
            <a:off x="5212080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3" name="Oval 2782"/>
          <p:cNvSpPr/>
          <p:nvPr/>
        </p:nvSpPr>
        <p:spPr>
          <a:xfrm>
            <a:off x="5376672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4" name="Oval 2783"/>
          <p:cNvSpPr/>
          <p:nvPr/>
        </p:nvSpPr>
        <p:spPr>
          <a:xfrm>
            <a:off x="5541264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5" name="Oval 2784"/>
          <p:cNvSpPr/>
          <p:nvPr/>
        </p:nvSpPr>
        <p:spPr>
          <a:xfrm>
            <a:off x="5705856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6" name="Oval 2785"/>
          <p:cNvSpPr/>
          <p:nvPr/>
        </p:nvSpPr>
        <p:spPr>
          <a:xfrm>
            <a:off x="5870448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7" name="Oval 2786"/>
          <p:cNvSpPr/>
          <p:nvPr/>
        </p:nvSpPr>
        <p:spPr>
          <a:xfrm>
            <a:off x="6035040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8" name="Oval 2787"/>
          <p:cNvSpPr/>
          <p:nvPr/>
        </p:nvSpPr>
        <p:spPr>
          <a:xfrm>
            <a:off x="6199632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9" name="Oval 2788"/>
          <p:cNvSpPr/>
          <p:nvPr/>
        </p:nvSpPr>
        <p:spPr>
          <a:xfrm>
            <a:off x="6364224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0" name="Oval 2789"/>
          <p:cNvSpPr/>
          <p:nvPr/>
        </p:nvSpPr>
        <p:spPr>
          <a:xfrm>
            <a:off x="6528816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1" name="Oval 2790"/>
          <p:cNvSpPr/>
          <p:nvPr/>
        </p:nvSpPr>
        <p:spPr>
          <a:xfrm>
            <a:off x="6693408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2" name="Oval 2791"/>
          <p:cNvSpPr/>
          <p:nvPr/>
        </p:nvSpPr>
        <p:spPr>
          <a:xfrm>
            <a:off x="6858000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3" name="Oval 2792"/>
          <p:cNvSpPr/>
          <p:nvPr/>
        </p:nvSpPr>
        <p:spPr>
          <a:xfrm>
            <a:off x="7022592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4" name="Oval 2793"/>
          <p:cNvSpPr/>
          <p:nvPr/>
        </p:nvSpPr>
        <p:spPr>
          <a:xfrm>
            <a:off x="7187184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5" name="Oval 2794"/>
          <p:cNvSpPr/>
          <p:nvPr/>
        </p:nvSpPr>
        <p:spPr>
          <a:xfrm>
            <a:off x="7351776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6" name="Oval 2795"/>
          <p:cNvSpPr/>
          <p:nvPr/>
        </p:nvSpPr>
        <p:spPr>
          <a:xfrm>
            <a:off x="7516368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7" name="Oval 2796"/>
          <p:cNvSpPr/>
          <p:nvPr/>
        </p:nvSpPr>
        <p:spPr>
          <a:xfrm>
            <a:off x="7680960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8" name="Oval 2797"/>
          <p:cNvSpPr/>
          <p:nvPr/>
        </p:nvSpPr>
        <p:spPr>
          <a:xfrm>
            <a:off x="7845552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9" name="Oval 2798"/>
          <p:cNvSpPr/>
          <p:nvPr/>
        </p:nvSpPr>
        <p:spPr>
          <a:xfrm>
            <a:off x="8010144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0" name="Oval 2799"/>
          <p:cNvSpPr/>
          <p:nvPr/>
        </p:nvSpPr>
        <p:spPr>
          <a:xfrm>
            <a:off x="8174736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1" name="Oval 2800"/>
          <p:cNvSpPr/>
          <p:nvPr/>
        </p:nvSpPr>
        <p:spPr>
          <a:xfrm>
            <a:off x="8339328" y="93268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2" name="Oval 2801"/>
          <p:cNvSpPr/>
          <p:nvPr/>
        </p:nvSpPr>
        <p:spPr>
          <a:xfrm>
            <a:off x="274320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3" name="Oval 2802"/>
          <p:cNvSpPr/>
          <p:nvPr/>
        </p:nvSpPr>
        <p:spPr>
          <a:xfrm>
            <a:off x="438912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4" name="Oval 2803"/>
          <p:cNvSpPr/>
          <p:nvPr/>
        </p:nvSpPr>
        <p:spPr>
          <a:xfrm>
            <a:off x="603504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5" name="Oval 2804"/>
          <p:cNvSpPr/>
          <p:nvPr/>
        </p:nvSpPr>
        <p:spPr>
          <a:xfrm>
            <a:off x="768096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6" name="Oval 2805"/>
          <p:cNvSpPr/>
          <p:nvPr/>
        </p:nvSpPr>
        <p:spPr>
          <a:xfrm>
            <a:off x="932688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7" name="Oval 2806"/>
          <p:cNvSpPr/>
          <p:nvPr/>
        </p:nvSpPr>
        <p:spPr>
          <a:xfrm>
            <a:off x="1097280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8" name="Oval 2807"/>
          <p:cNvSpPr/>
          <p:nvPr/>
        </p:nvSpPr>
        <p:spPr>
          <a:xfrm>
            <a:off x="1261872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9" name="Oval 2808"/>
          <p:cNvSpPr/>
          <p:nvPr/>
        </p:nvSpPr>
        <p:spPr>
          <a:xfrm>
            <a:off x="1426464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0" name="Oval 2809"/>
          <p:cNvSpPr/>
          <p:nvPr/>
        </p:nvSpPr>
        <p:spPr>
          <a:xfrm>
            <a:off x="1591056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1" name="Oval 2810"/>
          <p:cNvSpPr/>
          <p:nvPr/>
        </p:nvSpPr>
        <p:spPr>
          <a:xfrm>
            <a:off x="1755648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2" name="Oval 2811"/>
          <p:cNvSpPr/>
          <p:nvPr/>
        </p:nvSpPr>
        <p:spPr>
          <a:xfrm>
            <a:off x="1920240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3" name="Oval 2812"/>
          <p:cNvSpPr/>
          <p:nvPr/>
        </p:nvSpPr>
        <p:spPr>
          <a:xfrm>
            <a:off x="2084832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4" name="Oval 2813"/>
          <p:cNvSpPr/>
          <p:nvPr/>
        </p:nvSpPr>
        <p:spPr>
          <a:xfrm>
            <a:off x="2249424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5" name="Oval 2814"/>
          <p:cNvSpPr/>
          <p:nvPr/>
        </p:nvSpPr>
        <p:spPr>
          <a:xfrm>
            <a:off x="2414016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6" name="Oval 2815"/>
          <p:cNvSpPr/>
          <p:nvPr/>
        </p:nvSpPr>
        <p:spPr>
          <a:xfrm>
            <a:off x="2578608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7" name="Oval 2816"/>
          <p:cNvSpPr/>
          <p:nvPr/>
        </p:nvSpPr>
        <p:spPr>
          <a:xfrm>
            <a:off x="2743200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8" name="Oval 2817"/>
          <p:cNvSpPr/>
          <p:nvPr/>
        </p:nvSpPr>
        <p:spPr>
          <a:xfrm>
            <a:off x="2907792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9" name="Oval 2818"/>
          <p:cNvSpPr/>
          <p:nvPr/>
        </p:nvSpPr>
        <p:spPr>
          <a:xfrm>
            <a:off x="3072384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0" name="Oval 2819"/>
          <p:cNvSpPr/>
          <p:nvPr/>
        </p:nvSpPr>
        <p:spPr>
          <a:xfrm>
            <a:off x="3236976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1" name="Oval 2820"/>
          <p:cNvSpPr/>
          <p:nvPr/>
        </p:nvSpPr>
        <p:spPr>
          <a:xfrm>
            <a:off x="3401568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2" name="Oval 2821"/>
          <p:cNvSpPr/>
          <p:nvPr/>
        </p:nvSpPr>
        <p:spPr>
          <a:xfrm>
            <a:off x="3566160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3" name="Oval 2822"/>
          <p:cNvSpPr/>
          <p:nvPr/>
        </p:nvSpPr>
        <p:spPr>
          <a:xfrm>
            <a:off x="3730752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4" name="Oval 2823"/>
          <p:cNvSpPr/>
          <p:nvPr/>
        </p:nvSpPr>
        <p:spPr>
          <a:xfrm>
            <a:off x="3895344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5" name="Oval 2824"/>
          <p:cNvSpPr/>
          <p:nvPr/>
        </p:nvSpPr>
        <p:spPr>
          <a:xfrm>
            <a:off x="4059936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6" name="Oval 2825"/>
          <p:cNvSpPr/>
          <p:nvPr/>
        </p:nvSpPr>
        <p:spPr>
          <a:xfrm>
            <a:off x="4224528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7" name="Oval 2826"/>
          <p:cNvSpPr/>
          <p:nvPr/>
        </p:nvSpPr>
        <p:spPr>
          <a:xfrm>
            <a:off x="4389120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8" name="Oval 2827"/>
          <p:cNvSpPr/>
          <p:nvPr/>
        </p:nvSpPr>
        <p:spPr>
          <a:xfrm>
            <a:off x="4553712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9" name="Oval 2828"/>
          <p:cNvSpPr/>
          <p:nvPr/>
        </p:nvSpPr>
        <p:spPr>
          <a:xfrm>
            <a:off x="4718304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0" name="Oval 2829"/>
          <p:cNvSpPr/>
          <p:nvPr/>
        </p:nvSpPr>
        <p:spPr>
          <a:xfrm>
            <a:off x="4882896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1" name="Oval 2830"/>
          <p:cNvSpPr/>
          <p:nvPr/>
        </p:nvSpPr>
        <p:spPr>
          <a:xfrm>
            <a:off x="5047488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2" name="Oval 2831"/>
          <p:cNvSpPr/>
          <p:nvPr/>
        </p:nvSpPr>
        <p:spPr>
          <a:xfrm>
            <a:off x="5212080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3" name="Oval 2832"/>
          <p:cNvSpPr/>
          <p:nvPr/>
        </p:nvSpPr>
        <p:spPr>
          <a:xfrm>
            <a:off x="5376672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4" name="Oval 2833"/>
          <p:cNvSpPr/>
          <p:nvPr/>
        </p:nvSpPr>
        <p:spPr>
          <a:xfrm>
            <a:off x="5541264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5" name="Oval 2834"/>
          <p:cNvSpPr/>
          <p:nvPr/>
        </p:nvSpPr>
        <p:spPr>
          <a:xfrm>
            <a:off x="5705856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6" name="Oval 2835"/>
          <p:cNvSpPr/>
          <p:nvPr/>
        </p:nvSpPr>
        <p:spPr>
          <a:xfrm>
            <a:off x="5870448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7" name="Oval 2836"/>
          <p:cNvSpPr/>
          <p:nvPr/>
        </p:nvSpPr>
        <p:spPr>
          <a:xfrm>
            <a:off x="6035040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8" name="Oval 2837"/>
          <p:cNvSpPr/>
          <p:nvPr/>
        </p:nvSpPr>
        <p:spPr>
          <a:xfrm>
            <a:off x="6199632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9" name="Oval 2838"/>
          <p:cNvSpPr/>
          <p:nvPr/>
        </p:nvSpPr>
        <p:spPr>
          <a:xfrm>
            <a:off x="6364224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0" name="Oval 2839"/>
          <p:cNvSpPr/>
          <p:nvPr/>
        </p:nvSpPr>
        <p:spPr>
          <a:xfrm>
            <a:off x="6528816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1" name="Oval 2840"/>
          <p:cNvSpPr/>
          <p:nvPr/>
        </p:nvSpPr>
        <p:spPr>
          <a:xfrm>
            <a:off x="6693408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2" name="Oval 2841"/>
          <p:cNvSpPr/>
          <p:nvPr/>
        </p:nvSpPr>
        <p:spPr>
          <a:xfrm>
            <a:off x="6858000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3" name="Oval 2842"/>
          <p:cNvSpPr/>
          <p:nvPr/>
        </p:nvSpPr>
        <p:spPr>
          <a:xfrm>
            <a:off x="7022592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4" name="Oval 2843"/>
          <p:cNvSpPr/>
          <p:nvPr/>
        </p:nvSpPr>
        <p:spPr>
          <a:xfrm>
            <a:off x="7187184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5" name="Oval 2844"/>
          <p:cNvSpPr/>
          <p:nvPr/>
        </p:nvSpPr>
        <p:spPr>
          <a:xfrm>
            <a:off x="7351776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6" name="Oval 2845"/>
          <p:cNvSpPr/>
          <p:nvPr/>
        </p:nvSpPr>
        <p:spPr>
          <a:xfrm>
            <a:off x="7516368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7" name="Oval 2846"/>
          <p:cNvSpPr/>
          <p:nvPr/>
        </p:nvSpPr>
        <p:spPr>
          <a:xfrm>
            <a:off x="7680960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8" name="Oval 2847"/>
          <p:cNvSpPr/>
          <p:nvPr/>
        </p:nvSpPr>
        <p:spPr>
          <a:xfrm>
            <a:off x="7845552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9" name="Oval 2848"/>
          <p:cNvSpPr/>
          <p:nvPr/>
        </p:nvSpPr>
        <p:spPr>
          <a:xfrm>
            <a:off x="8010144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0" name="Oval 2849"/>
          <p:cNvSpPr/>
          <p:nvPr/>
        </p:nvSpPr>
        <p:spPr>
          <a:xfrm>
            <a:off x="8174736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1" name="Oval 2850"/>
          <p:cNvSpPr/>
          <p:nvPr/>
        </p:nvSpPr>
        <p:spPr>
          <a:xfrm>
            <a:off x="8339328" y="94914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2" name="Oval 2851"/>
          <p:cNvSpPr/>
          <p:nvPr/>
        </p:nvSpPr>
        <p:spPr>
          <a:xfrm>
            <a:off x="274320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3" name="Oval 2852"/>
          <p:cNvSpPr/>
          <p:nvPr/>
        </p:nvSpPr>
        <p:spPr>
          <a:xfrm>
            <a:off x="438912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4" name="Oval 2853"/>
          <p:cNvSpPr/>
          <p:nvPr/>
        </p:nvSpPr>
        <p:spPr>
          <a:xfrm>
            <a:off x="603504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5" name="Oval 2854"/>
          <p:cNvSpPr/>
          <p:nvPr/>
        </p:nvSpPr>
        <p:spPr>
          <a:xfrm>
            <a:off x="768096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6" name="Oval 2855"/>
          <p:cNvSpPr/>
          <p:nvPr/>
        </p:nvSpPr>
        <p:spPr>
          <a:xfrm>
            <a:off x="932688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7" name="Oval 2856"/>
          <p:cNvSpPr/>
          <p:nvPr/>
        </p:nvSpPr>
        <p:spPr>
          <a:xfrm>
            <a:off x="1097280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8" name="Oval 2857"/>
          <p:cNvSpPr/>
          <p:nvPr/>
        </p:nvSpPr>
        <p:spPr>
          <a:xfrm>
            <a:off x="1261872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9" name="Oval 2858"/>
          <p:cNvSpPr/>
          <p:nvPr/>
        </p:nvSpPr>
        <p:spPr>
          <a:xfrm>
            <a:off x="1426464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0" name="Oval 2859"/>
          <p:cNvSpPr/>
          <p:nvPr/>
        </p:nvSpPr>
        <p:spPr>
          <a:xfrm>
            <a:off x="1591056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1" name="Oval 2860"/>
          <p:cNvSpPr/>
          <p:nvPr/>
        </p:nvSpPr>
        <p:spPr>
          <a:xfrm>
            <a:off x="1755648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2" name="Oval 2861"/>
          <p:cNvSpPr/>
          <p:nvPr/>
        </p:nvSpPr>
        <p:spPr>
          <a:xfrm>
            <a:off x="1920240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3" name="Oval 2862"/>
          <p:cNvSpPr/>
          <p:nvPr/>
        </p:nvSpPr>
        <p:spPr>
          <a:xfrm>
            <a:off x="2084832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4" name="Oval 2863"/>
          <p:cNvSpPr/>
          <p:nvPr/>
        </p:nvSpPr>
        <p:spPr>
          <a:xfrm>
            <a:off x="2249424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5" name="Oval 2864"/>
          <p:cNvSpPr/>
          <p:nvPr/>
        </p:nvSpPr>
        <p:spPr>
          <a:xfrm>
            <a:off x="2414016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6" name="Oval 2865"/>
          <p:cNvSpPr/>
          <p:nvPr/>
        </p:nvSpPr>
        <p:spPr>
          <a:xfrm>
            <a:off x="2578608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7" name="Oval 2866"/>
          <p:cNvSpPr/>
          <p:nvPr/>
        </p:nvSpPr>
        <p:spPr>
          <a:xfrm>
            <a:off x="2743200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8" name="Oval 2867"/>
          <p:cNvSpPr/>
          <p:nvPr/>
        </p:nvSpPr>
        <p:spPr>
          <a:xfrm>
            <a:off x="2907792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9" name="Oval 2868"/>
          <p:cNvSpPr/>
          <p:nvPr/>
        </p:nvSpPr>
        <p:spPr>
          <a:xfrm>
            <a:off x="3072384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0" name="Oval 2869"/>
          <p:cNvSpPr/>
          <p:nvPr/>
        </p:nvSpPr>
        <p:spPr>
          <a:xfrm>
            <a:off x="3236976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1" name="Oval 2870"/>
          <p:cNvSpPr/>
          <p:nvPr/>
        </p:nvSpPr>
        <p:spPr>
          <a:xfrm>
            <a:off x="3401568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2" name="Oval 2871"/>
          <p:cNvSpPr/>
          <p:nvPr/>
        </p:nvSpPr>
        <p:spPr>
          <a:xfrm>
            <a:off x="3566160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3" name="Oval 2872"/>
          <p:cNvSpPr/>
          <p:nvPr/>
        </p:nvSpPr>
        <p:spPr>
          <a:xfrm>
            <a:off x="3730752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4" name="Oval 2873"/>
          <p:cNvSpPr/>
          <p:nvPr/>
        </p:nvSpPr>
        <p:spPr>
          <a:xfrm>
            <a:off x="3895344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5" name="Oval 2874"/>
          <p:cNvSpPr/>
          <p:nvPr/>
        </p:nvSpPr>
        <p:spPr>
          <a:xfrm>
            <a:off x="4059936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6" name="Oval 2875"/>
          <p:cNvSpPr/>
          <p:nvPr/>
        </p:nvSpPr>
        <p:spPr>
          <a:xfrm>
            <a:off x="4224528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7" name="Oval 2876"/>
          <p:cNvSpPr/>
          <p:nvPr/>
        </p:nvSpPr>
        <p:spPr>
          <a:xfrm>
            <a:off x="4389120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8" name="Oval 2877"/>
          <p:cNvSpPr/>
          <p:nvPr/>
        </p:nvSpPr>
        <p:spPr>
          <a:xfrm>
            <a:off x="4553712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9" name="Oval 2878"/>
          <p:cNvSpPr/>
          <p:nvPr/>
        </p:nvSpPr>
        <p:spPr>
          <a:xfrm>
            <a:off x="4718304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0" name="Oval 2879"/>
          <p:cNvSpPr/>
          <p:nvPr/>
        </p:nvSpPr>
        <p:spPr>
          <a:xfrm>
            <a:off x="4882896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1" name="Oval 2880"/>
          <p:cNvSpPr/>
          <p:nvPr/>
        </p:nvSpPr>
        <p:spPr>
          <a:xfrm>
            <a:off x="5047488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2" name="Oval 2881"/>
          <p:cNvSpPr/>
          <p:nvPr/>
        </p:nvSpPr>
        <p:spPr>
          <a:xfrm>
            <a:off x="5212080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3" name="Oval 2882"/>
          <p:cNvSpPr/>
          <p:nvPr/>
        </p:nvSpPr>
        <p:spPr>
          <a:xfrm>
            <a:off x="5376672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4" name="Oval 2883"/>
          <p:cNvSpPr/>
          <p:nvPr/>
        </p:nvSpPr>
        <p:spPr>
          <a:xfrm>
            <a:off x="5541264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5" name="Oval 2884"/>
          <p:cNvSpPr/>
          <p:nvPr/>
        </p:nvSpPr>
        <p:spPr>
          <a:xfrm>
            <a:off x="5705856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6" name="Oval 2885"/>
          <p:cNvSpPr/>
          <p:nvPr/>
        </p:nvSpPr>
        <p:spPr>
          <a:xfrm>
            <a:off x="5870448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7" name="Oval 2886"/>
          <p:cNvSpPr/>
          <p:nvPr/>
        </p:nvSpPr>
        <p:spPr>
          <a:xfrm>
            <a:off x="6035040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8" name="Oval 2887"/>
          <p:cNvSpPr/>
          <p:nvPr/>
        </p:nvSpPr>
        <p:spPr>
          <a:xfrm>
            <a:off x="6199632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9" name="Oval 2888"/>
          <p:cNvSpPr/>
          <p:nvPr/>
        </p:nvSpPr>
        <p:spPr>
          <a:xfrm>
            <a:off x="6364224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0" name="Oval 2889"/>
          <p:cNvSpPr/>
          <p:nvPr/>
        </p:nvSpPr>
        <p:spPr>
          <a:xfrm>
            <a:off x="6528816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1" name="Oval 2890"/>
          <p:cNvSpPr/>
          <p:nvPr/>
        </p:nvSpPr>
        <p:spPr>
          <a:xfrm>
            <a:off x="6693408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2" name="Oval 2891"/>
          <p:cNvSpPr/>
          <p:nvPr/>
        </p:nvSpPr>
        <p:spPr>
          <a:xfrm>
            <a:off x="6858000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3" name="Oval 2892"/>
          <p:cNvSpPr/>
          <p:nvPr/>
        </p:nvSpPr>
        <p:spPr>
          <a:xfrm>
            <a:off x="7022592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4" name="Oval 2893"/>
          <p:cNvSpPr/>
          <p:nvPr/>
        </p:nvSpPr>
        <p:spPr>
          <a:xfrm>
            <a:off x="7187184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5" name="Oval 2894"/>
          <p:cNvSpPr/>
          <p:nvPr/>
        </p:nvSpPr>
        <p:spPr>
          <a:xfrm>
            <a:off x="7351776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6" name="Oval 2895"/>
          <p:cNvSpPr/>
          <p:nvPr/>
        </p:nvSpPr>
        <p:spPr>
          <a:xfrm>
            <a:off x="7516368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7" name="Oval 2896"/>
          <p:cNvSpPr/>
          <p:nvPr/>
        </p:nvSpPr>
        <p:spPr>
          <a:xfrm>
            <a:off x="7680960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8" name="Oval 2897"/>
          <p:cNvSpPr/>
          <p:nvPr/>
        </p:nvSpPr>
        <p:spPr>
          <a:xfrm>
            <a:off x="7845552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9" name="Oval 2898"/>
          <p:cNvSpPr/>
          <p:nvPr/>
        </p:nvSpPr>
        <p:spPr>
          <a:xfrm>
            <a:off x="8010144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0" name="Oval 2899"/>
          <p:cNvSpPr/>
          <p:nvPr/>
        </p:nvSpPr>
        <p:spPr>
          <a:xfrm>
            <a:off x="8174736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1" name="Oval 2900"/>
          <p:cNvSpPr/>
          <p:nvPr/>
        </p:nvSpPr>
        <p:spPr>
          <a:xfrm>
            <a:off x="8339328" y="96560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2" name="Oval 2901"/>
          <p:cNvSpPr/>
          <p:nvPr/>
        </p:nvSpPr>
        <p:spPr>
          <a:xfrm>
            <a:off x="274320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3" name="Oval 2902"/>
          <p:cNvSpPr/>
          <p:nvPr/>
        </p:nvSpPr>
        <p:spPr>
          <a:xfrm>
            <a:off x="438912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4" name="Oval 2903"/>
          <p:cNvSpPr/>
          <p:nvPr/>
        </p:nvSpPr>
        <p:spPr>
          <a:xfrm>
            <a:off x="603504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5" name="Oval 2904"/>
          <p:cNvSpPr/>
          <p:nvPr/>
        </p:nvSpPr>
        <p:spPr>
          <a:xfrm>
            <a:off x="768096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6" name="Oval 2905"/>
          <p:cNvSpPr/>
          <p:nvPr/>
        </p:nvSpPr>
        <p:spPr>
          <a:xfrm>
            <a:off x="932688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7" name="Oval 2906"/>
          <p:cNvSpPr/>
          <p:nvPr/>
        </p:nvSpPr>
        <p:spPr>
          <a:xfrm>
            <a:off x="1097280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8" name="Oval 2907"/>
          <p:cNvSpPr/>
          <p:nvPr/>
        </p:nvSpPr>
        <p:spPr>
          <a:xfrm>
            <a:off x="1261872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9" name="Oval 2908"/>
          <p:cNvSpPr/>
          <p:nvPr/>
        </p:nvSpPr>
        <p:spPr>
          <a:xfrm>
            <a:off x="1426464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0" name="Oval 2909"/>
          <p:cNvSpPr/>
          <p:nvPr/>
        </p:nvSpPr>
        <p:spPr>
          <a:xfrm>
            <a:off x="1591056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1" name="Oval 2910"/>
          <p:cNvSpPr/>
          <p:nvPr/>
        </p:nvSpPr>
        <p:spPr>
          <a:xfrm>
            <a:off x="1755648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2" name="Oval 2911"/>
          <p:cNvSpPr/>
          <p:nvPr/>
        </p:nvSpPr>
        <p:spPr>
          <a:xfrm>
            <a:off x="1920240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3" name="Oval 2912"/>
          <p:cNvSpPr/>
          <p:nvPr/>
        </p:nvSpPr>
        <p:spPr>
          <a:xfrm>
            <a:off x="2084832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4" name="Oval 2913"/>
          <p:cNvSpPr/>
          <p:nvPr/>
        </p:nvSpPr>
        <p:spPr>
          <a:xfrm>
            <a:off x="2249424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5" name="Oval 2914"/>
          <p:cNvSpPr/>
          <p:nvPr/>
        </p:nvSpPr>
        <p:spPr>
          <a:xfrm>
            <a:off x="2414016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6" name="Oval 2915"/>
          <p:cNvSpPr/>
          <p:nvPr/>
        </p:nvSpPr>
        <p:spPr>
          <a:xfrm>
            <a:off x="2578608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7" name="Oval 2916"/>
          <p:cNvSpPr/>
          <p:nvPr/>
        </p:nvSpPr>
        <p:spPr>
          <a:xfrm>
            <a:off x="2743200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8" name="Oval 2917"/>
          <p:cNvSpPr/>
          <p:nvPr/>
        </p:nvSpPr>
        <p:spPr>
          <a:xfrm>
            <a:off x="2907792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9" name="Oval 2918"/>
          <p:cNvSpPr/>
          <p:nvPr/>
        </p:nvSpPr>
        <p:spPr>
          <a:xfrm>
            <a:off x="3072384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0" name="Oval 2919"/>
          <p:cNvSpPr/>
          <p:nvPr/>
        </p:nvSpPr>
        <p:spPr>
          <a:xfrm>
            <a:off x="3236976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1" name="Oval 2920"/>
          <p:cNvSpPr/>
          <p:nvPr/>
        </p:nvSpPr>
        <p:spPr>
          <a:xfrm>
            <a:off x="3401568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2" name="Oval 2921"/>
          <p:cNvSpPr/>
          <p:nvPr/>
        </p:nvSpPr>
        <p:spPr>
          <a:xfrm>
            <a:off x="3566160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3" name="Oval 2922"/>
          <p:cNvSpPr/>
          <p:nvPr/>
        </p:nvSpPr>
        <p:spPr>
          <a:xfrm>
            <a:off x="3730752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4" name="Oval 2923"/>
          <p:cNvSpPr/>
          <p:nvPr/>
        </p:nvSpPr>
        <p:spPr>
          <a:xfrm>
            <a:off x="3895344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5" name="Oval 2924"/>
          <p:cNvSpPr/>
          <p:nvPr/>
        </p:nvSpPr>
        <p:spPr>
          <a:xfrm>
            <a:off x="4059936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6" name="Oval 2925"/>
          <p:cNvSpPr/>
          <p:nvPr/>
        </p:nvSpPr>
        <p:spPr>
          <a:xfrm>
            <a:off x="4224528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7" name="Oval 2926"/>
          <p:cNvSpPr/>
          <p:nvPr/>
        </p:nvSpPr>
        <p:spPr>
          <a:xfrm>
            <a:off x="4389120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8" name="Oval 2927"/>
          <p:cNvSpPr/>
          <p:nvPr/>
        </p:nvSpPr>
        <p:spPr>
          <a:xfrm>
            <a:off x="4553712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9" name="Oval 2928"/>
          <p:cNvSpPr/>
          <p:nvPr/>
        </p:nvSpPr>
        <p:spPr>
          <a:xfrm>
            <a:off x="4718304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0" name="Oval 2929"/>
          <p:cNvSpPr/>
          <p:nvPr/>
        </p:nvSpPr>
        <p:spPr>
          <a:xfrm>
            <a:off x="4882896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1" name="Oval 2930"/>
          <p:cNvSpPr/>
          <p:nvPr/>
        </p:nvSpPr>
        <p:spPr>
          <a:xfrm>
            <a:off x="5047488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2" name="Oval 2931"/>
          <p:cNvSpPr/>
          <p:nvPr/>
        </p:nvSpPr>
        <p:spPr>
          <a:xfrm>
            <a:off x="5212080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3" name="Oval 2932"/>
          <p:cNvSpPr/>
          <p:nvPr/>
        </p:nvSpPr>
        <p:spPr>
          <a:xfrm>
            <a:off x="5376672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4" name="Oval 2933"/>
          <p:cNvSpPr/>
          <p:nvPr/>
        </p:nvSpPr>
        <p:spPr>
          <a:xfrm>
            <a:off x="5541264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5" name="Oval 2934"/>
          <p:cNvSpPr/>
          <p:nvPr/>
        </p:nvSpPr>
        <p:spPr>
          <a:xfrm>
            <a:off x="5705856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6" name="Oval 2935"/>
          <p:cNvSpPr/>
          <p:nvPr/>
        </p:nvSpPr>
        <p:spPr>
          <a:xfrm>
            <a:off x="5870448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7" name="Oval 2936"/>
          <p:cNvSpPr/>
          <p:nvPr/>
        </p:nvSpPr>
        <p:spPr>
          <a:xfrm>
            <a:off x="6035040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8" name="Oval 2937"/>
          <p:cNvSpPr/>
          <p:nvPr/>
        </p:nvSpPr>
        <p:spPr>
          <a:xfrm>
            <a:off x="6199632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9" name="Oval 2938"/>
          <p:cNvSpPr/>
          <p:nvPr/>
        </p:nvSpPr>
        <p:spPr>
          <a:xfrm>
            <a:off x="6364224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0" name="Oval 2939"/>
          <p:cNvSpPr/>
          <p:nvPr/>
        </p:nvSpPr>
        <p:spPr>
          <a:xfrm>
            <a:off x="6528816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1" name="Oval 2940"/>
          <p:cNvSpPr/>
          <p:nvPr/>
        </p:nvSpPr>
        <p:spPr>
          <a:xfrm>
            <a:off x="6693408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2" name="Oval 2941"/>
          <p:cNvSpPr/>
          <p:nvPr/>
        </p:nvSpPr>
        <p:spPr>
          <a:xfrm>
            <a:off x="6858000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3" name="Oval 2942"/>
          <p:cNvSpPr/>
          <p:nvPr/>
        </p:nvSpPr>
        <p:spPr>
          <a:xfrm>
            <a:off x="7022592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4" name="Oval 2943"/>
          <p:cNvSpPr/>
          <p:nvPr/>
        </p:nvSpPr>
        <p:spPr>
          <a:xfrm>
            <a:off x="7187184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5" name="Oval 2944"/>
          <p:cNvSpPr/>
          <p:nvPr/>
        </p:nvSpPr>
        <p:spPr>
          <a:xfrm>
            <a:off x="7351776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6" name="Oval 2945"/>
          <p:cNvSpPr/>
          <p:nvPr/>
        </p:nvSpPr>
        <p:spPr>
          <a:xfrm>
            <a:off x="7516368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7" name="Oval 2946"/>
          <p:cNvSpPr/>
          <p:nvPr/>
        </p:nvSpPr>
        <p:spPr>
          <a:xfrm>
            <a:off x="7680960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8" name="Oval 2947"/>
          <p:cNvSpPr/>
          <p:nvPr/>
        </p:nvSpPr>
        <p:spPr>
          <a:xfrm>
            <a:off x="7845552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9" name="Oval 2948"/>
          <p:cNvSpPr/>
          <p:nvPr/>
        </p:nvSpPr>
        <p:spPr>
          <a:xfrm>
            <a:off x="8010144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0" name="Oval 2949"/>
          <p:cNvSpPr/>
          <p:nvPr/>
        </p:nvSpPr>
        <p:spPr>
          <a:xfrm>
            <a:off x="8174736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1" name="Oval 2950"/>
          <p:cNvSpPr/>
          <p:nvPr/>
        </p:nvSpPr>
        <p:spPr>
          <a:xfrm>
            <a:off x="8339328" y="98206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2" name="Oval 2951"/>
          <p:cNvSpPr/>
          <p:nvPr/>
        </p:nvSpPr>
        <p:spPr>
          <a:xfrm>
            <a:off x="274320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3" name="Oval 2952"/>
          <p:cNvSpPr/>
          <p:nvPr/>
        </p:nvSpPr>
        <p:spPr>
          <a:xfrm>
            <a:off x="438912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4" name="Oval 2953"/>
          <p:cNvSpPr/>
          <p:nvPr/>
        </p:nvSpPr>
        <p:spPr>
          <a:xfrm>
            <a:off x="603504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5" name="Oval 2954"/>
          <p:cNvSpPr/>
          <p:nvPr/>
        </p:nvSpPr>
        <p:spPr>
          <a:xfrm>
            <a:off x="768096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6" name="Oval 2955"/>
          <p:cNvSpPr/>
          <p:nvPr/>
        </p:nvSpPr>
        <p:spPr>
          <a:xfrm>
            <a:off x="932688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7" name="Oval 2956"/>
          <p:cNvSpPr/>
          <p:nvPr/>
        </p:nvSpPr>
        <p:spPr>
          <a:xfrm>
            <a:off x="1097280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8" name="Oval 2957"/>
          <p:cNvSpPr/>
          <p:nvPr/>
        </p:nvSpPr>
        <p:spPr>
          <a:xfrm>
            <a:off x="1261872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9" name="Oval 2958"/>
          <p:cNvSpPr/>
          <p:nvPr/>
        </p:nvSpPr>
        <p:spPr>
          <a:xfrm>
            <a:off x="1426464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0" name="Oval 2959"/>
          <p:cNvSpPr/>
          <p:nvPr/>
        </p:nvSpPr>
        <p:spPr>
          <a:xfrm>
            <a:off x="1591056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1" name="Oval 2960"/>
          <p:cNvSpPr/>
          <p:nvPr/>
        </p:nvSpPr>
        <p:spPr>
          <a:xfrm>
            <a:off x="1755648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2" name="Oval 2961"/>
          <p:cNvSpPr/>
          <p:nvPr/>
        </p:nvSpPr>
        <p:spPr>
          <a:xfrm>
            <a:off x="1920240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3" name="Oval 2962"/>
          <p:cNvSpPr/>
          <p:nvPr/>
        </p:nvSpPr>
        <p:spPr>
          <a:xfrm>
            <a:off x="2084832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4" name="Oval 2963"/>
          <p:cNvSpPr/>
          <p:nvPr/>
        </p:nvSpPr>
        <p:spPr>
          <a:xfrm>
            <a:off x="2249424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5" name="Oval 2964"/>
          <p:cNvSpPr/>
          <p:nvPr/>
        </p:nvSpPr>
        <p:spPr>
          <a:xfrm>
            <a:off x="2414016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6" name="Oval 2965"/>
          <p:cNvSpPr/>
          <p:nvPr/>
        </p:nvSpPr>
        <p:spPr>
          <a:xfrm>
            <a:off x="2578608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7" name="Oval 2966"/>
          <p:cNvSpPr/>
          <p:nvPr/>
        </p:nvSpPr>
        <p:spPr>
          <a:xfrm>
            <a:off x="2743200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8" name="Oval 2967"/>
          <p:cNvSpPr/>
          <p:nvPr/>
        </p:nvSpPr>
        <p:spPr>
          <a:xfrm>
            <a:off x="2907792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9" name="Oval 2968"/>
          <p:cNvSpPr/>
          <p:nvPr/>
        </p:nvSpPr>
        <p:spPr>
          <a:xfrm>
            <a:off x="3072384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0" name="Oval 2969"/>
          <p:cNvSpPr/>
          <p:nvPr/>
        </p:nvSpPr>
        <p:spPr>
          <a:xfrm>
            <a:off x="3236976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1" name="Oval 2970"/>
          <p:cNvSpPr/>
          <p:nvPr/>
        </p:nvSpPr>
        <p:spPr>
          <a:xfrm>
            <a:off x="3401568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2" name="Oval 2971"/>
          <p:cNvSpPr/>
          <p:nvPr/>
        </p:nvSpPr>
        <p:spPr>
          <a:xfrm>
            <a:off x="3566160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3" name="Oval 2972"/>
          <p:cNvSpPr/>
          <p:nvPr/>
        </p:nvSpPr>
        <p:spPr>
          <a:xfrm>
            <a:off x="3730752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4" name="Oval 2973"/>
          <p:cNvSpPr/>
          <p:nvPr/>
        </p:nvSpPr>
        <p:spPr>
          <a:xfrm>
            <a:off x="3895344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5" name="Oval 2974"/>
          <p:cNvSpPr/>
          <p:nvPr/>
        </p:nvSpPr>
        <p:spPr>
          <a:xfrm>
            <a:off x="4059936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6" name="Oval 2975"/>
          <p:cNvSpPr/>
          <p:nvPr/>
        </p:nvSpPr>
        <p:spPr>
          <a:xfrm>
            <a:off x="4224528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7" name="Oval 2976"/>
          <p:cNvSpPr/>
          <p:nvPr/>
        </p:nvSpPr>
        <p:spPr>
          <a:xfrm>
            <a:off x="4389120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8" name="Oval 2977"/>
          <p:cNvSpPr/>
          <p:nvPr/>
        </p:nvSpPr>
        <p:spPr>
          <a:xfrm>
            <a:off x="4553712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9" name="Oval 2978"/>
          <p:cNvSpPr/>
          <p:nvPr/>
        </p:nvSpPr>
        <p:spPr>
          <a:xfrm>
            <a:off x="4718304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0" name="Oval 2979"/>
          <p:cNvSpPr/>
          <p:nvPr/>
        </p:nvSpPr>
        <p:spPr>
          <a:xfrm>
            <a:off x="4882896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1" name="Oval 2980"/>
          <p:cNvSpPr/>
          <p:nvPr/>
        </p:nvSpPr>
        <p:spPr>
          <a:xfrm>
            <a:off x="5047488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2" name="Oval 2981"/>
          <p:cNvSpPr/>
          <p:nvPr/>
        </p:nvSpPr>
        <p:spPr>
          <a:xfrm>
            <a:off x="5212080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3" name="Oval 2982"/>
          <p:cNvSpPr/>
          <p:nvPr/>
        </p:nvSpPr>
        <p:spPr>
          <a:xfrm>
            <a:off x="5376672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4" name="Oval 2983"/>
          <p:cNvSpPr/>
          <p:nvPr/>
        </p:nvSpPr>
        <p:spPr>
          <a:xfrm>
            <a:off x="5541264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5" name="Oval 2984"/>
          <p:cNvSpPr/>
          <p:nvPr/>
        </p:nvSpPr>
        <p:spPr>
          <a:xfrm>
            <a:off x="5705856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6" name="Oval 2985"/>
          <p:cNvSpPr/>
          <p:nvPr/>
        </p:nvSpPr>
        <p:spPr>
          <a:xfrm>
            <a:off x="5870448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7" name="Oval 2986"/>
          <p:cNvSpPr/>
          <p:nvPr/>
        </p:nvSpPr>
        <p:spPr>
          <a:xfrm>
            <a:off x="6035040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8" name="Oval 2987"/>
          <p:cNvSpPr/>
          <p:nvPr/>
        </p:nvSpPr>
        <p:spPr>
          <a:xfrm>
            <a:off x="6199632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9" name="Oval 2988"/>
          <p:cNvSpPr/>
          <p:nvPr/>
        </p:nvSpPr>
        <p:spPr>
          <a:xfrm>
            <a:off x="6364224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0" name="Oval 2989"/>
          <p:cNvSpPr/>
          <p:nvPr/>
        </p:nvSpPr>
        <p:spPr>
          <a:xfrm>
            <a:off x="6528816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1" name="Oval 2990"/>
          <p:cNvSpPr/>
          <p:nvPr/>
        </p:nvSpPr>
        <p:spPr>
          <a:xfrm>
            <a:off x="6693408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2" name="Oval 2991"/>
          <p:cNvSpPr/>
          <p:nvPr/>
        </p:nvSpPr>
        <p:spPr>
          <a:xfrm>
            <a:off x="6858000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3" name="Oval 2992"/>
          <p:cNvSpPr/>
          <p:nvPr/>
        </p:nvSpPr>
        <p:spPr>
          <a:xfrm>
            <a:off x="7022592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4" name="Oval 2993"/>
          <p:cNvSpPr/>
          <p:nvPr/>
        </p:nvSpPr>
        <p:spPr>
          <a:xfrm>
            <a:off x="7187184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5" name="Oval 2994"/>
          <p:cNvSpPr/>
          <p:nvPr/>
        </p:nvSpPr>
        <p:spPr>
          <a:xfrm>
            <a:off x="7351776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6" name="Oval 2995"/>
          <p:cNvSpPr/>
          <p:nvPr/>
        </p:nvSpPr>
        <p:spPr>
          <a:xfrm>
            <a:off x="7516368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7" name="Oval 2996"/>
          <p:cNvSpPr/>
          <p:nvPr/>
        </p:nvSpPr>
        <p:spPr>
          <a:xfrm>
            <a:off x="7680960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8" name="Oval 2997"/>
          <p:cNvSpPr/>
          <p:nvPr/>
        </p:nvSpPr>
        <p:spPr>
          <a:xfrm>
            <a:off x="7845552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9" name="Oval 2998"/>
          <p:cNvSpPr/>
          <p:nvPr/>
        </p:nvSpPr>
        <p:spPr>
          <a:xfrm>
            <a:off x="8010144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" name="Oval 2999"/>
          <p:cNvSpPr/>
          <p:nvPr/>
        </p:nvSpPr>
        <p:spPr>
          <a:xfrm>
            <a:off x="8174736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" name="Oval 3000"/>
          <p:cNvSpPr/>
          <p:nvPr/>
        </p:nvSpPr>
        <p:spPr>
          <a:xfrm>
            <a:off x="8339328" y="99852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" name="Oval 3001"/>
          <p:cNvSpPr/>
          <p:nvPr/>
        </p:nvSpPr>
        <p:spPr>
          <a:xfrm>
            <a:off x="274320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3" name="Oval 3002"/>
          <p:cNvSpPr/>
          <p:nvPr/>
        </p:nvSpPr>
        <p:spPr>
          <a:xfrm>
            <a:off x="438912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4" name="Oval 3003"/>
          <p:cNvSpPr/>
          <p:nvPr/>
        </p:nvSpPr>
        <p:spPr>
          <a:xfrm>
            <a:off x="603504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5" name="Oval 3004"/>
          <p:cNvSpPr/>
          <p:nvPr/>
        </p:nvSpPr>
        <p:spPr>
          <a:xfrm>
            <a:off x="768096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6" name="Oval 3005"/>
          <p:cNvSpPr/>
          <p:nvPr/>
        </p:nvSpPr>
        <p:spPr>
          <a:xfrm>
            <a:off x="932688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7" name="Oval 3006"/>
          <p:cNvSpPr/>
          <p:nvPr/>
        </p:nvSpPr>
        <p:spPr>
          <a:xfrm>
            <a:off x="1097280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8" name="Oval 3007"/>
          <p:cNvSpPr/>
          <p:nvPr/>
        </p:nvSpPr>
        <p:spPr>
          <a:xfrm>
            <a:off x="1261872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9" name="Oval 3008"/>
          <p:cNvSpPr/>
          <p:nvPr/>
        </p:nvSpPr>
        <p:spPr>
          <a:xfrm>
            <a:off x="1426464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0" name="Oval 3009"/>
          <p:cNvSpPr/>
          <p:nvPr/>
        </p:nvSpPr>
        <p:spPr>
          <a:xfrm>
            <a:off x="1591056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1" name="Oval 3010"/>
          <p:cNvSpPr/>
          <p:nvPr/>
        </p:nvSpPr>
        <p:spPr>
          <a:xfrm>
            <a:off x="1755648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2" name="Oval 3011"/>
          <p:cNvSpPr/>
          <p:nvPr/>
        </p:nvSpPr>
        <p:spPr>
          <a:xfrm>
            <a:off x="1920240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3" name="Oval 3012"/>
          <p:cNvSpPr/>
          <p:nvPr/>
        </p:nvSpPr>
        <p:spPr>
          <a:xfrm>
            <a:off x="2084832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4" name="Oval 3013"/>
          <p:cNvSpPr/>
          <p:nvPr/>
        </p:nvSpPr>
        <p:spPr>
          <a:xfrm>
            <a:off x="2249424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5" name="Oval 3014"/>
          <p:cNvSpPr/>
          <p:nvPr/>
        </p:nvSpPr>
        <p:spPr>
          <a:xfrm>
            <a:off x="2414016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6" name="Oval 3015"/>
          <p:cNvSpPr/>
          <p:nvPr/>
        </p:nvSpPr>
        <p:spPr>
          <a:xfrm>
            <a:off x="2578608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7" name="Oval 3016"/>
          <p:cNvSpPr/>
          <p:nvPr/>
        </p:nvSpPr>
        <p:spPr>
          <a:xfrm>
            <a:off x="2743200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8" name="Oval 3017"/>
          <p:cNvSpPr/>
          <p:nvPr/>
        </p:nvSpPr>
        <p:spPr>
          <a:xfrm>
            <a:off x="2907792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9" name="Oval 3018"/>
          <p:cNvSpPr/>
          <p:nvPr/>
        </p:nvSpPr>
        <p:spPr>
          <a:xfrm>
            <a:off x="3072384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0" name="Oval 3019"/>
          <p:cNvSpPr/>
          <p:nvPr/>
        </p:nvSpPr>
        <p:spPr>
          <a:xfrm>
            <a:off x="3236976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1" name="Oval 3020"/>
          <p:cNvSpPr/>
          <p:nvPr/>
        </p:nvSpPr>
        <p:spPr>
          <a:xfrm>
            <a:off x="3401568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2" name="Oval 3021"/>
          <p:cNvSpPr/>
          <p:nvPr/>
        </p:nvSpPr>
        <p:spPr>
          <a:xfrm>
            <a:off x="3566160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3" name="Oval 3022"/>
          <p:cNvSpPr/>
          <p:nvPr/>
        </p:nvSpPr>
        <p:spPr>
          <a:xfrm>
            <a:off x="3730752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4" name="Oval 3023"/>
          <p:cNvSpPr/>
          <p:nvPr/>
        </p:nvSpPr>
        <p:spPr>
          <a:xfrm>
            <a:off x="3895344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5" name="Oval 3024"/>
          <p:cNvSpPr/>
          <p:nvPr/>
        </p:nvSpPr>
        <p:spPr>
          <a:xfrm>
            <a:off x="4059936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6" name="Oval 3025"/>
          <p:cNvSpPr/>
          <p:nvPr/>
        </p:nvSpPr>
        <p:spPr>
          <a:xfrm>
            <a:off x="4224528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7" name="Oval 3026"/>
          <p:cNvSpPr/>
          <p:nvPr/>
        </p:nvSpPr>
        <p:spPr>
          <a:xfrm>
            <a:off x="4389120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8" name="Oval 3027"/>
          <p:cNvSpPr/>
          <p:nvPr/>
        </p:nvSpPr>
        <p:spPr>
          <a:xfrm>
            <a:off x="4553712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9" name="Oval 3028"/>
          <p:cNvSpPr/>
          <p:nvPr/>
        </p:nvSpPr>
        <p:spPr>
          <a:xfrm>
            <a:off x="4718304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0" name="Oval 3029"/>
          <p:cNvSpPr/>
          <p:nvPr/>
        </p:nvSpPr>
        <p:spPr>
          <a:xfrm>
            <a:off x="4882896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1" name="Oval 3030"/>
          <p:cNvSpPr/>
          <p:nvPr/>
        </p:nvSpPr>
        <p:spPr>
          <a:xfrm>
            <a:off x="5047488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2" name="Oval 3031"/>
          <p:cNvSpPr/>
          <p:nvPr/>
        </p:nvSpPr>
        <p:spPr>
          <a:xfrm>
            <a:off x="5212080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3" name="Oval 3032"/>
          <p:cNvSpPr/>
          <p:nvPr/>
        </p:nvSpPr>
        <p:spPr>
          <a:xfrm>
            <a:off x="5376672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4" name="Oval 3033"/>
          <p:cNvSpPr/>
          <p:nvPr/>
        </p:nvSpPr>
        <p:spPr>
          <a:xfrm>
            <a:off x="5541264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5" name="Oval 3034"/>
          <p:cNvSpPr/>
          <p:nvPr/>
        </p:nvSpPr>
        <p:spPr>
          <a:xfrm>
            <a:off x="5705856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6" name="Oval 3035"/>
          <p:cNvSpPr/>
          <p:nvPr/>
        </p:nvSpPr>
        <p:spPr>
          <a:xfrm>
            <a:off x="5870448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7" name="Oval 3036"/>
          <p:cNvSpPr/>
          <p:nvPr/>
        </p:nvSpPr>
        <p:spPr>
          <a:xfrm>
            <a:off x="6035040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8" name="Oval 3037"/>
          <p:cNvSpPr/>
          <p:nvPr/>
        </p:nvSpPr>
        <p:spPr>
          <a:xfrm>
            <a:off x="6199632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9" name="Oval 3038"/>
          <p:cNvSpPr/>
          <p:nvPr/>
        </p:nvSpPr>
        <p:spPr>
          <a:xfrm>
            <a:off x="6364224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0" name="Oval 3039"/>
          <p:cNvSpPr/>
          <p:nvPr/>
        </p:nvSpPr>
        <p:spPr>
          <a:xfrm>
            <a:off x="6528816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1" name="Oval 3040"/>
          <p:cNvSpPr/>
          <p:nvPr/>
        </p:nvSpPr>
        <p:spPr>
          <a:xfrm>
            <a:off x="6693408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2" name="Oval 3041"/>
          <p:cNvSpPr/>
          <p:nvPr/>
        </p:nvSpPr>
        <p:spPr>
          <a:xfrm>
            <a:off x="6858000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3" name="Oval 3042"/>
          <p:cNvSpPr/>
          <p:nvPr/>
        </p:nvSpPr>
        <p:spPr>
          <a:xfrm>
            <a:off x="7022592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4" name="Oval 3043"/>
          <p:cNvSpPr/>
          <p:nvPr/>
        </p:nvSpPr>
        <p:spPr>
          <a:xfrm>
            <a:off x="7187184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5" name="Oval 3044"/>
          <p:cNvSpPr/>
          <p:nvPr/>
        </p:nvSpPr>
        <p:spPr>
          <a:xfrm>
            <a:off x="7351776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6" name="Oval 3045"/>
          <p:cNvSpPr/>
          <p:nvPr/>
        </p:nvSpPr>
        <p:spPr>
          <a:xfrm>
            <a:off x="7516368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7" name="Oval 3046"/>
          <p:cNvSpPr/>
          <p:nvPr/>
        </p:nvSpPr>
        <p:spPr>
          <a:xfrm>
            <a:off x="7680960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8" name="Oval 3047"/>
          <p:cNvSpPr/>
          <p:nvPr/>
        </p:nvSpPr>
        <p:spPr>
          <a:xfrm>
            <a:off x="7845552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9" name="Oval 3048"/>
          <p:cNvSpPr/>
          <p:nvPr/>
        </p:nvSpPr>
        <p:spPr>
          <a:xfrm>
            <a:off x="8010144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0" name="Oval 3049"/>
          <p:cNvSpPr/>
          <p:nvPr/>
        </p:nvSpPr>
        <p:spPr>
          <a:xfrm>
            <a:off x="8174736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1" name="Oval 3050"/>
          <p:cNvSpPr/>
          <p:nvPr/>
        </p:nvSpPr>
        <p:spPr>
          <a:xfrm>
            <a:off x="8339328" y="101498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2" name="Oval 3051"/>
          <p:cNvSpPr/>
          <p:nvPr/>
        </p:nvSpPr>
        <p:spPr>
          <a:xfrm>
            <a:off x="274320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3" name="Oval 3052"/>
          <p:cNvSpPr/>
          <p:nvPr/>
        </p:nvSpPr>
        <p:spPr>
          <a:xfrm>
            <a:off x="438912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4" name="Oval 3053"/>
          <p:cNvSpPr/>
          <p:nvPr/>
        </p:nvSpPr>
        <p:spPr>
          <a:xfrm>
            <a:off x="603504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5" name="Oval 3054"/>
          <p:cNvSpPr/>
          <p:nvPr/>
        </p:nvSpPr>
        <p:spPr>
          <a:xfrm>
            <a:off x="768096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6" name="Oval 3055"/>
          <p:cNvSpPr/>
          <p:nvPr/>
        </p:nvSpPr>
        <p:spPr>
          <a:xfrm>
            <a:off x="932688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7" name="Oval 3056"/>
          <p:cNvSpPr/>
          <p:nvPr/>
        </p:nvSpPr>
        <p:spPr>
          <a:xfrm>
            <a:off x="1097280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8" name="Oval 3057"/>
          <p:cNvSpPr/>
          <p:nvPr/>
        </p:nvSpPr>
        <p:spPr>
          <a:xfrm>
            <a:off x="1261872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9" name="Oval 3058"/>
          <p:cNvSpPr/>
          <p:nvPr/>
        </p:nvSpPr>
        <p:spPr>
          <a:xfrm>
            <a:off x="1426464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0" name="Oval 3059"/>
          <p:cNvSpPr/>
          <p:nvPr/>
        </p:nvSpPr>
        <p:spPr>
          <a:xfrm>
            <a:off x="1591056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1" name="Oval 3060"/>
          <p:cNvSpPr/>
          <p:nvPr/>
        </p:nvSpPr>
        <p:spPr>
          <a:xfrm>
            <a:off x="1755648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2" name="Oval 3061"/>
          <p:cNvSpPr/>
          <p:nvPr/>
        </p:nvSpPr>
        <p:spPr>
          <a:xfrm>
            <a:off x="1920240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3" name="Oval 3062"/>
          <p:cNvSpPr/>
          <p:nvPr/>
        </p:nvSpPr>
        <p:spPr>
          <a:xfrm>
            <a:off x="2084832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4" name="Oval 3063"/>
          <p:cNvSpPr/>
          <p:nvPr/>
        </p:nvSpPr>
        <p:spPr>
          <a:xfrm>
            <a:off x="2249424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5" name="Oval 3064"/>
          <p:cNvSpPr/>
          <p:nvPr/>
        </p:nvSpPr>
        <p:spPr>
          <a:xfrm>
            <a:off x="2414016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6" name="Oval 3065"/>
          <p:cNvSpPr/>
          <p:nvPr/>
        </p:nvSpPr>
        <p:spPr>
          <a:xfrm>
            <a:off x="2578608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7" name="Oval 3066"/>
          <p:cNvSpPr/>
          <p:nvPr/>
        </p:nvSpPr>
        <p:spPr>
          <a:xfrm>
            <a:off x="2743200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8" name="Oval 3067"/>
          <p:cNvSpPr/>
          <p:nvPr/>
        </p:nvSpPr>
        <p:spPr>
          <a:xfrm>
            <a:off x="2907792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9" name="Oval 3068"/>
          <p:cNvSpPr/>
          <p:nvPr/>
        </p:nvSpPr>
        <p:spPr>
          <a:xfrm>
            <a:off x="3072384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0" name="Oval 3069"/>
          <p:cNvSpPr/>
          <p:nvPr/>
        </p:nvSpPr>
        <p:spPr>
          <a:xfrm>
            <a:off x="3236976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1" name="Oval 3070"/>
          <p:cNvSpPr/>
          <p:nvPr/>
        </p:nvSpPr>
        <p:spPr>
          <a:xfrm>
            <a:off x="3401568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2" name="Oval 3071"/>
          <p:cNvSpPr/>
          <p:nvPr/>
        </p:nvSpPr>
        <p:spPr>
          <a:xfrm>
            <a:off x="3566160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3" name="Oval 3072"/>
          <p:cNvSpPr/>
          <p:nvPr/>
        </p:nvSpPr>
        <p:spPr>
          <a:xfrm>
            <a:off x="3730752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4" name="Oval 3073"/>
          <p:cNvSpPr/>
          <p:nvPr/>
        </p:nvSpPr>
        <p:spPr>
          <a:xfrm>
            <a:off x="3895344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5" name="Oval 3074"/>
          <p:cNvSpPr/>
          <p:nvPr/>
        </p:nvSpPr>
        <p:spPr>
          <a:xfrm>
            <a:off x="4059936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6" name="Oval 3075"/>
          <p:cNvSpPr/>
          <p:nvPr/>
        </p:nvSpPr>
        <p:spPr>
          <a:xfrm>
            <a:off x="4224528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7" name="Oval 3076"/>
          <p:cNvSpPr/>
          <p:nvPr/>
        </p:nvSpPr>
        <p:spPr>
          <a:xfrm>
            <a:off x="4389120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8" name="Oval 3077"/>
          <p:cNvSpPr/>
          <p:nvPr/>
        </p:nvSpPr>
        <p:spPr>
          <a:xfrm>
            <a:off x="4553712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9" name="Oval 3078"/>
          <p:cNvSpPr/>
          <p:nvPr/>
        </p:nvSpPr>
        <p:spPr>
          <a:xfrm>
            <a:off x="4718304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0" name="Oval 3079"/>
          <p:cNvSpPr/>
          <p:nvPr/>
        </p:nvSpPr>
        <p:spPr>
          <a:xfrm>
            <a:off x="4882896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1" name="Oval 3080"/>
          <p:cNvSpPr/>
          <p:nvPr/>
        </p:nvSpPr>
        <p:spPr>
          <a:xfrm>
            <a:off x="5047488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2" name="Oval 3081"/>
          <p:cNvSpPr/>
          <p:nvPr/>
        </p:nvSpPr>
        <p:spPr>
          <a:xfrm>
            <a:off x="5212080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3" name="Oval 3082"/>
          <p:cNvSpPr/>
          <p:nvPr/>
        </p:nvSpPr>
        <p:spPr>
          <a:xfrm>
            <a:off x="5376672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4" name="Oval 3083"/>
          <p:cNvSpPr/>
          <p:nvPr/>
        </p:nvSpPr>
        <p:spPr>
          <a:xfrm>
            <a:off x="5541264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5" name="Oval 3084"/>
          <p:cNvSpPr/>
          <p:nvPr/>
        </p:nvSpPr>
        <p:spPr>
          <a:xfrm>
            <a:off x="5705856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6" name="Oval 3085"/>
          <p:cNvSpPr/>
          <p:nvPr/>
        </p:nvSpPr>
        <p:spPr>
          <a:xfrm>
            <a:off x="5870448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7" name="Oval 3086"/>
          <p:cNvSpPr/>
          <p:nvPr/>
        </p:nvSpPr>
        <p:spPr>
          <a:xfrm>
            <a:off x="6035040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8" name="Oval 3087"/>
          <p:cNvSpPr/>
          <p:nvPr/>
        </p:nvSpPr>
        <p:spPr>
          <a:xfrm>
            <a:off x="6199632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9" name="Oval 3088"/>
          <p:cNvSpPr/>
          <p:nvPr/>
        </p:nvSpPr>
        <p:spPr>
          <a:xfrm>
            <a:off x="6364224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0" name="Oval 3089"/>
          <p:cNvSpPr/>
          <p:nvPr/>
        </p:nvSpPr>
        <p:spPr>
          <a:xfrm>
            <a:off x="6528816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1" name="Oval 3090"/>
          <p:cNvSpPr/>
          <p:nvPr/>
        </p:nvSpPr>
        <p:spPr>
          <a:xfrm>
            <a:off x="6693408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2" name="Oval 3091"/>
          <p:cNvSpPr/>
          <p:nvPr/>
        </p:nvSpPr>
        <p:spPr>
          <a:xfrm>
            <a:off x="6858000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3" name="Oval 3092"/>
          <p:cNvSpPr/>
          <p:nvPr/>
        </p:nvSpPr>
        <p:spPr>
          <a:xfrm>
            <a:off x="7022592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4" name="Oval 3093"/>
          <p:cNvSpPr/>
          <p:nvPr/>
        </p:nvSpPr>
        <p:spPr>
          <a:xfrm>
            <a:off x="7187184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5" name="Oval 3094"/>
          <p:cNvSpPr/>
          <p:nvPr/>
        </p:nvSpPr>
        <p:spPr>
          <a:xfrm>
            <a:off x="7351776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6" name="Oval 3095"/>
          <p:cNvSpPr/>
          <p:nvPr/>
        </p:nvSpPr>
        <p:spPr>
          <a:xfrm>
            <a:off x="7516368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7" name="Oval 3096"/>
          <p:cNvSpPr/>
          <p:nvPr/>
        </p:nvSpPr>
        <p:spPr>
          <a:xfrm>
            <a:off x="7680960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8" name="Oval 3097"/>
          <p:cNvSpPr/>
          <p:nvPr/>
        </p:nvSpPr>
        <p:spPr>
          <a:xfrm>
            <a:off x="7845552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9" name="Oval 3098"/>
          <p:cNvSpPr/>
          <p:nvPr/>
        </p:nvSpPr>
        <p:spPr>
          <a:xfrm>
            <a:off x="8010144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0" name="Oval 3099"/>
          <p:cNvSpPr/>
          <p:nvPr/>
        </p:nvSpPr>
        <p:spPr>
          <a:xfrm>
            <a:off x="8174736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1" name="Oval 3100"/>
          <p:cNvSpPr/>
          <p:nvPr/>
        </p:nvSpPr>
        <p:spPr>
          <a:xfrm>
            <a:off x="8339328" y="103144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2" name="Oval 3101"/>
          <p:cNvSpPr/>
          <p:nvPr/>
        </p:nvSpPr>
        <p:spPr>
          <a:xfrm>
            <a:off x="274320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3" name="Oval 3102"/>
          <p:cNvSpPr/>
          <p:nvPr/>
        </p:nvSpPr>
        <p:spPr>
          <a:xfrm>
            <a:off x="438912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4" name="Oval 3103"/>
          <p:cNvSpPr/>
          <p:nvPr/>
        </p:nvSpPr>
        <p:spPr>
          <a:xfrm>
            <a:off x="603504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5" name="Oval 3104"/>
          <p:cNvSpPr/>
          <p:nvPr/>
        </p:nvSpPr>
        <p:spPr>
          <a:xfrm>
            <a:off x="768096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6" name="Oval 3105"/>
          <p:cNvSpPr/>
          <p:nvPr/>
        </p:nvSpPr>
        <p:spPr>
          <a:xfrm>
            <a:off x="932688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7" name="Oval 3106"/>
          <p:cNvSpPr/>
          <p:nvPr/>
        </p:nvSpPr>
        <p:spPr>
          <a:xfrm>
            <a:off x="1097280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8" name="Oval 3107"/>
          <p:cNvSpPr/>
          <p:nvPr/>
        </p:nvSpPr>
        <p:spPr>
          <a:xfrm>
            <a:off x="1261872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9" name="Oval 3108"/>
          <p:cNvSpPr/>
          <p:nvPr/>
        </p:nvSpPr>
        <p:spPr>
          <a:xfrm>
            <a:off x="1426464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0" name="Oval 3109"/>
          <p:cNvSpPr/>
          <p:nvPr/>
        </p:nvSpPr>
        <p:spPr>
          <a:xfrm>
            <a:off x="1591056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1" name="Oval 3110"/>
          <p:cNvSpPr/>
          <p:nvPr/>
        </p:nvSpPr>
        <p:spPr>
          <a:xfrm>
            <a:off x="1755648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2" name="Oval 3111"/>
          <p:cNvSpPr/>
          <p:nvPr/>
        </p:nvSpPr>
        <p:spPr>
          <a:xfrm>
            <a:off x="1920240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3" name="Oval 3112"/>
          <p:cNvSpPr/>
          <p:nvPr/>
        </p:nvSpPr>
        <p:spPr>
          <a:xfrm>
            <a:off x="2084832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4" name="Oval 3113"/>
          <p:cNvSpPr/>
          <p:nvPr/>
        </p:nvSpPr>
        <p:spPr>
          <a:xfrm>
            <a:off x="2249424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5" name="Oval 3114"/>
          <p:cNvSpPr/>
          <p:nvPr/>
        </p:nvSpPr>
        <p:spPr>
          <a:xfrm>
            <a:off x="2414016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6" name="Oval 3115"/>
          <p:cNvSpPr/>
          <p:nvPr/>
        </p:nvSpPr>
        <p:spPr>
          <a:xfrm>
            <a:off x="2578608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7" name="Oval 3116"/>
          <p:cNvSpPr/>
          <p:nvPr/>
        </p:nvSpPr>
        <p:spPr>
          <a:xfrm>
            <a:off x="2743200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8" name="Oval 3117"/>
          <p:cNvSpPr/>
          <p:nvPr/>
        </p:nvSpPr>
        <p:spPr>
          <a:xfrm>
            <a:off x="2907792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9" name="Oval 3118"/>
          <p:cNvSpPr/>
          <p:nvPr/>
        </p:nvSpPr>
        <p:spPr>
          <a:xfrm>
            <a:off x="3072384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0" name="Oval 3119"/>
          <p:cNvSpPr/>
          <p:nvPr/>
        </p:nvSpPr>
        <p:spPr>
          <a:xfrm>
            <a:off x="3236976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1" name="Oval 3120"/>
          <p:cNvSpPr/>
          <p:nvPr/>
        </p:nvSpPr>
        <p:spPr>
          <a:xfrm>
            <a:off x="3401568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2" name="Oval 3121"/>
          <p:cNvSpPr/>
          <p:nvPr/>
        </p:nvSpPr>
        <p:spPr>
          <a:xfrm>
            <a:off x="3566160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3" name="Oval 3122"/>
          <p:cNvSpPr/>
          <p:nvPr/>
        </p:nvSpPr>
        <p:spPr>
          <a:xfrm>
            <a:off x="3730752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4" name="Oval 3123"/>
          <p:cNvSpPr/>
          <p:nvPr/>
        </p:nvSpPr>
        <p:spPr>
          <a:xfrm>
            <a:off x="3895344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5" name="Oval 3124"/>
          <p:cNvSpPr/>
          <p:nvPr/>
        </p:nvSpPr>
        <p:spPr>
          <a:xfrm>
            <a:off x="4059936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6" name="Oval 3125"/>
          <p:cNvSpPr/>
          <p:nvPr/>
        </p:nvSpPr>
        <p:spPr>
          <a:xfrm>
            <a:off x="4224528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7" name="Oval 3126"/>
          <p:cNvSpPr/>
          <p:nvPr/>
        </p:nvSpPr>
        <p:spPr>
          <a:xfrm>
            <a:off x="4389120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8" name="Oval 3127"/>
          <p:cNvSpPr/>
          <p:nvPr/>
        </p:nvSpPr>
        <p:spPr>
          <a:xfrm>
            <a:off x="4553712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9" name="Oval 3128"/>
          <p:cNvSpPr/>
          <p:nvPr/>
        </p:nvSpPr>
        <p:spPr>
          <a:xfrm>
            <a:off x="4718304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0" name="Oval 3129"/>
          <p:cNvSpPr/>
          <p:nvPr/>
        </p:nvSpPr>
        <p:spPr>
          <a:xfrm>
            <a:off x="4882896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1" name="Oval 3130"/>
          <p:cNvSpPr/>
          <p:nvPr/>
        </p:nvSpPr>
        <p:spPr>
          <a:xfrm>
            <a:off x="5047488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2" name="Oval 3131"/>
          <p:cNvSpPr/>
          <p:nvPr/>
        </p:nvSpPr>
        <p:spPr>
          <a:xfrm>
            <a:off x="5212080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3" name="Oval 3132"/>
          <p:cNvSpPr/>
          <p:nvPr/>
        </p:nvSpPr>
        <p:spPr>
          <a:xfrm>
            <a:off x="5376672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4" name="Oval 3133"/>
          <p:cNvSpPr/>
          <p:nvPr/>
        </p:nvSpPr>
        <p:spPr>
          <a:xfrm>
            <a:off x="5541264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5" name="Oval 3134"/>
          <p:cNvSpPr/>
          <p:nvPr/>
        </p:nvSpPr>
        <p:spPr>
          <a:xfrm>
            <a:off x="5705856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6" name="Oval 3135"/>
          <p:cNvSpPr/>
          <p:nvPr/>
        </p:nvSpPr>
        <p:spPr>
          <a:xfrm>
            <a:off x="5870448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7" name="Oval 3136"/>
          <p:cNvSpPr/>
          <p:nvPr/>
        </p:nvSpPr>
        <p:spPr>
          <a:xfrm>
            <a:off x="6035040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8" name="Oval 3137"/>
          <p:cNvSpPr/>
          <p:nvPr/>
        </p:nvSpPr>
        <p:spPr>
          <a:xfrm>
            <a:off x="6199632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9" name="Oval 3138"/>
          <p:cNvSpPr/>
          <p:nvPr/>
        </p:nvSpPr>
        <p:spPr>
          <a:xfrm>
            <a:off x="6364224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0" name="Oval 3139"/>
          <p:cNvSpPr/>
          <p:nvPr/>
        </p:nvSpPr>
        <p:spPr>
          <a:xfrm>
            <a:off x="6528816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1" name="Oval 3140"/>
          <p:cNvSpPr/>
          <p:nvPr/>
        </p:nvSpPr>
        <p:spPr>
          <a:xfrm>
            <a:off x="6693408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2" name="Oval 3141"/>
          <p:cNvSpPr/>
          <p:nvPr/>
        </p:nvSpPr>
        <p:spPr>
          <a:xfrm>
            <a:off x="6858000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3" name="Oval 3142"/>
          <p:cNvSpPr/>
          <p:nvPr/>
        </p:nvSpPr>
        <p:spPr>
          <a:xfrm>
            <a:off x="7022592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4" name="Oval 3143"/>
          <p:cNvSpPr/>
          <p:nvPr/>
        </p:nvSpPr>
        <p:spPr>
          <a:xfrm>
            <a:off x="7187184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5" name="Oval 3144"/>
          <p:cNvSpPr/>
          <p:nvPr/>
        </p:nvSpPr>
        <p:spPr>
          <a:xfrm>
            <a:off x="7351776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6" name="Oval 3145"/>
          <p:cNvSpPr/>
          <p:nvPr/>
        </p:nvSpPr>
        <p:spPr>
          <a:xfrm>
            <a:off x="7516368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7" name="Oval 3146"/>
          <p:cNvSpPr/>
          <p:nvPr/>
        </p:nvSpPr>
        <p:spPr>
          <a:xfrm>
            <a:off x="7680960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8" name="Oval 3147"/>
          <p:cNvSpPr/>
          <p:nvPr/>
        </p:nvSpPr>
        <p:spPr>
          <a:xfrm>
            <a:off x="7845552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9" name="Oval 3148"/>
          <p:cNvSpPr/>
          <p:nvPr/>
        </p:nvSpPr>
        <p:spPr>
          <a:xfrm>
            <a:off x="8010144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0" name="Oval 3149"/>
          <p:cNvSpPr/>
          <p:nvPr/>
        </p:nvSpPr>
        <p:spPr>
          <a:xfrm>
            <a:off x="8174736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1" name="Oval 3150"/>
          <p:cNvSpPr/>
          <p:nvPr/>
        </p:nvSpPr>
        <p:spPr>
          <a:xfrm>
            <a:off x="8339328" y="104790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2" name="Oval 3151"/>
          <p:cNvSpPr/>
          <p:nvPr/>
        </p:nvSpPr>
        <p:spPr>
          <a:xfrm>
            <a:off x="274320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3" name="Oval 3152"/>
          <p:cNvSpPr/>
          <p:nvPr/>
        </p:nvSpPr>
        <p:spPr>
          <a:xfrm>
            <a:off x="438912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4" name="Oval 3153"/>
          <p:cNvSpPr/>
          <p:nvPr/>
        </p:nvSpPr>
        <p:spPr>
          <a:xfrm>
            <a:off x="603504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5" name="Oval 3154"/>
          <p:cNvSpPr/>
          <p:nvPr/>
        </p:nvSpPr>
        <p:spPr>
          <a:xfrm>
            <a:off x="768096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6" name="Oval 3155"/>
          <p:cNvSpPr/>
          <p:nvPr/>
        </p:nvSpPr>
        <p:spPr>
          <a:xfrm>
            <a:off x="932688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7" name="Oval 3156"/>
          <p:cNvSpPr/>
          <p:nvPr/>
        </p:nvSpPr>
        <p:spPr>
          <a:xfrm>
            <a:off x="1097280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8" name="Oval 3157"/>
          <p:cNvSpPr/>
          <p:nvPr/>
        </p:nvSpPr>
        <p:spPr>
          <a:xfrm>
            <a:off x="1261872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9" name="Oval 3158"/>
          <p:cNvSpPr/>
          <p:nvPr/>
        </p:nvSpPr>
        <p:spPr>
          <a:xfrm>
            <a:off x="1426464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0" name="Oval 3159"/>
          <p:cNvSpPr/>
          <p:nvPr/>
        </p:nvSpPr>
        <p:spPr>
          <a:xfrm>
            <a:off x="1591056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1" name="Oval 3160"/>
          <p:cNvSpPr/>
          <p:nvPr/>
        </p:nvSpPr>
        <p:spPr>
          <a:xfrm>
            <a:off x="1755648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2" name="Oval 3161"/>
          <p:cNvSpPr/>
          <p:nvPr/>
        </p:nvSpPr>
        <p:spPr>
          <a:xfrm>
            <a:off x="1920240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3" name="Oval 3162"/>
          <p:cNvSpPr/>
          <p:nvPr/>
        </p:nvSpPr>
        <p:spPr>
          <a:xfrm>
            <a:off x="2084832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4" name="Oval 3163"/>
          <p:cNvSpPr/>
          <p:nvPr/>
        </p:nvSpPr>
        <p:spPr>
          <a:xfrm>
            <a:off x="2249424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5" name="Oval 3164"/>
          <p:cNvSpPr/>
          <p:nvPr/>
        </p:nvSpPr>
        <p:spPr>
          <a:xfrm>
            <a:off x="2414016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6" name="Oval 3165"/>
          <p:cNvSpPr/>
          <p:nvPr/>
        </p:nvSpPr>
        <p:spPr>
          <a:xfrm>
            <a:off x="2578608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7" name="Oval 3166"/>
          <p:cNvSpPr/>
          <p:nvPr/>
        </p:nvSpPr>
        <p:spPr>
          <a:xfrm>
            <a:off x="2743200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8" name="Oval 3167"/>
          <p:cNvSpPr/>
          <p:nvPr/>
        </p:nvSpPr>
        <p:spPr>
          <a:xfrm>
            <a:off x="2907792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9" name="Oval 3168"/>
          <p:cNvSpPr/>
          <p:nvPr/>
        </p:nvSpPr>
        <p:spPr>
          <a:xfrm>
            <a:off x="3072384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0" name="Oval 3169"/>
          <p:cNvSpPr/>
          <p:nvPr/>
        </p:nvSpPr>
        <p:spPr>
          <a:xfrm>
            <a:off x="3236976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1" name="Oval 3170"/>
          <p:cNvSpPr/>
          <p:nvPr/>
        </p:nvSpPr>
        <p:spPr>
          <a:xfrm>
            <a:off x="3401568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2" name="Oval 3171"/>
          <p:cNvSpPr/>
          <p:nvPr/>
        </p:nvSpPr>
        <p:spPr>
          <a:xfrm>
            <a:off x="3566160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3" name="Oval 3172"/>
          <p:cNvSpPr/>
          <p:nvPr/>
        </p:nvSpPr>
        <p:spPr>
          <a:xfrm>
            <a:off x="3730752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4" name="Oval 3173"/>
          <p:cNvSpPr/>
          <p:nvPr/>
        </p:nvSpPr>
        <p:spPr>
          <a:xfrm>
            <a:off x="3895344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5" name="Oval 3174"/>
          <p:cNvSpPr/>
          <p:nvPr/>
        </p:nvSpPr>
        <p:spPr>
          <a:xfrm>
            <a:off x="4059936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6" name="Oval 3175"/>
          <p:cNvSpPr/>
          <p:nvPr/>
        </p:nvSpPr>
        <p:spPr>
          <a:xfrm>
            <a:off x="4224528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7" name="Oval 3176"/>
          <p:cNvSpPr/>
          <p:nvPr/>
        </p:nvSpPr>
        <p:spPr>
          <a:xfrm>
            <a:off x="4389120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8" name="Oval 3177"/>
          <p:cNvSpPr/>
          <p:nvPr/>
        </p:nvSpPr>
        <p:spPr>
          <a:xfrm>
            <a:off x="4553712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9" name="Oval 3178"/>
          <p:cNvSpPr/>
          <p:nvPr/>
        </p:nvSpPr>
        <p:spPr>
          <a:xfrm>
            <a:off x="4718304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0" name="Oval 3179"/>
          <p:cNvSpPr/>
          <p:nvPr/>
        </p:nvSpPr>
        <p:spPr>
          <a:xfrm>
            <a:off x="4882896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1" name="Oval 3180"/>
          <p:cNvSpPr/>
          <p:nvPr/>
        </p:nvSpPr>
        <p:spPr>
          <a:xfrm>
            <a:off x="5047488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2" name="Oval 3181"/>
          <p:cNvSpPr/>
          <p:nvPr/>
        </p:nvSpPr>
        <p:spPr>
          <a:xfrm>
            <a:off x="5212080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3" name="Oval 3182"/>
          <p:cNvSpPr/>
          <p:nvPr/>
        </p:nvSpPr>
        <p:spPr>
          <a:xfrm>
            <a:off x="5376672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4" name="Oval 3183"/>
          <p:cNvSpPr/>
          <p:nvPr/>
        </p:nvSpPr>
        <p:spPr>
          <a:xfrm>
            <a:off x="5541264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5" name="Oval 3184"/>
          <p:cNvSpPr/>
          <p:nvPr/>
        </p:nvSpPr>
        <p:spPr>
          <a:xfrm>
            <a:off x="5705856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6" name="Oval 3185"/>
          <p:cNvSpPr/>
          <p:nvPr/>
        </p:nvSpPr>
        <p:spPr>
          <a:xfrm>
            <a:off x="5870448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7" name="Oval 3186"/>
          <p:cNvSpPr/>
          <p:nvPr/>
        </p:nvSpPr>
        <p:spPr>
          <a:xfrm>
            <a:off x="6035040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8" name="Oval 3187"/>
          <p:cNvSpPr/>
          <p:nvPr/>
        </p:nvSpPr>
        <p:spPr>
          <a:xfrm>
            <a:off x="6199632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9" name="Oval 3188"/>
          <p:cNvSpPr/>
          <p:nvPr/>
        </p:nvSpPr>
        <p:spPr>
          <a:xfrm>
            <a:off x="6364224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0" name="Oval 3189"/>
          <p:cNvSpPr/>
          <p:nvPr/>
        </p:nvSpPr>
        <p:spPr>
          <a:xfrm>
            <a:off x="6528816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1" name="Oval 3190"/>
          <p:cNvSpPr/>
          <p:nvPr/>
        </p:nvSpPr>
        <p:spPr>
          <a:xfrm>
            <a:off x="6693408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2" name="Oval 3191"/>
          <p:cNvSpPr/>
          <p:nvPr/>
        </p:nvSpPr>
        <p:spPr>
          <a:xfrm>
            <a:off x="6858000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3" name="Oval 3192"/>
          <p:cNvSpPr/>
          <p:nvPr/>
        </p:nvSpPr>
        <p:spPr>
          <a:xfrm>
            <a:off x="7022592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4" name="Oval 3193"/>
          <p:cNvSpPr/>
          <p:nvPr/>
        </p:nvSpPr>
        <p:spPr>
          <a:xfrm>
            <a:off x="7187184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5" name="Oval 3194"/>
          <p:cNvSpPr/>
          <p:nvPr/>
        </p:nvSpPr>
        <p:spPr>
          <a:xfrm>
            <a:off x="7351776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6" name="Oval 3195"/>
          <p:cNvSpPr/>
          <p:nvPr/>
        </p:nvSpPr>
        <p:spPr>
          <a:xfrm>
            <a:off x="7516368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7" name="Oval 3196"/>
          <p:cNvSpPr/>
          <p:nvPr/>
        </p:nvSpPr>
        <p:spPr>
          <a:xfrm>
            <a:off x="7680960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8" name="Oval 3197"/>
          <p:cNvSpPr/>
          <p:nvPr/>
        </p:nvSpPr>
        <p:spPr>
          <a:xfrm>
            <a:off x="7845552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9" name="Oval 3198"/>
          <p:cNvSpPr/>
          <p:nvPr/>
        </p:nvSpPr>
        <p:spPr>
          <a:xfrm>
            <a:off x="8010144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0" name="Oval 3199"/>
          <p:cNvSpPr/>
          <p:nvPr/>
        </p:nvSpPr>
        <p:spPr>
          <a:xfrm>
            <a:off x="8174736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1" name="Oval 3200"/>
          <p:cNvSpPr/>
          <p:nvPr/>
        </p:nvSpPr>
        <p:spPr>
          <a:xfrm>
            <a:off x="8339328" y="106436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2" name="Oval 3201"/>
          <p:cNvSpPr/>
          <p:nvPr/>
        </p:nvSpPr>
        <p:spPr>
          <a:xfrm>
            <a:off x="274320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3" name="Oval 3202"/>
          <p:cNvSpPr/>
          <p:nvPr/>
        </p:nvSpPr>
        <p:spPr>
          <a:xfrm>
            <a:off x="438912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4" name="Oval 3203"/>
          <p:cNvSpPr/>
          <p:nvPr/>
        </p:nvSpPr>
        <p:spPr>
          <a:xfrm>
            <a:off x="603504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5" name="Oval 3204"/>
          <p:cNvSpPr/>
          <p:nvPr/>
        </p:nvSpPr>
        <p:spPr>
          <a:xfrm>
            <a:off x="768096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6" name="Oval 3205"/>
          <p:cNvSpPr/>
          <p:nvPr/>
        </p:nvSpPr>
        <p:spPr>
          <a:xfrm>
            <a:off x="932688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7" name="Oval 3206"/>
          <p:cNvSpPr/>
          <p:nvPr/>
        </p:nvSpPr>
        <p:spPr>
          <a:xfrm>
            <a:off x="1097280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8" name="Oval 3207"/>
          <p:cNvSpPr/>
          <p:nvPr/>
        </p:nvSpPr>
        <p:spPr>
          <a:xfrm>
            <a:off x="1261872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9" name="Oval 3208"/>
          <p:cNvSpPr/>
          <p:nvPr/>
        </p:nvSpPr>
        <p:spPr>
          <a:xfrm>
            <a:off x="1426464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0" name="Oval 3209"/>
          <p:cNvSpPr/>
          <p:nvPr/>
        </p:nvSpPr>
        <p:spPr>
          <a:xfrm>
            <a:off x="1591056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1" name="Oval 3210"/>
          <p:cNvSpPr/>
          <p:nvPr/>
        </p:nvSpPr>
        <p:spPr>
          <a:xfrm>
            <a:off x="1755648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2" name="Oval 3211"/>
          <p:cNvSpPr/>
          <p:nvPr/>
        </p:nvSpPr>
        <p:spPr>
          <a:xfrm>
            <a:off x="1920240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3" name="Oval 3212"/>
          <p:cNvSpPr/>
          <p:nvPr/>
        </p:nvSpPr>
        <p:spPr>
          <a:xfrm>
            <a:off x="2084832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4" name="Oval 3213"/>
          <p:cNvSpPr/>
          <p:nvPr/>
        </p:nvSpPr>
        <p:spPr>
          <a:xfrm>
            <a:off x="2249424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5" name="Oval 3214"/>
          <p:cNvSpPr/>
          <p:nvPr/>
        </p:nvSpPr>
        <p:spPr>
          <a:xfrm>
            <a:off x="2414016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6" name="Oval 3215"/>
          <p:cNvSpPr/>
          <p:nvPr/>
        </p:nvSpPr>
        <p:spPr>
          <a:xfrm>
            <a:off x="2578608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7" name="Oval 3216"/>
          <p:cNvSpPr/>
          <p:nvPr/>
        </p:nvSpPr>
        <p:spPr>
          <a:xfrm>
            <a:off x="2743200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8" name="Oval 3217"/>
          <p:cNvSpPr/>
          <p:nvPr/>
        </p:nvSpPr>
        <p:spPr>
          <a:xfrm>
            <a:off x="2907792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9" name="Oval 3218"/>
          <p:cNvSpPr/>
          <p:nvPr/>
        </p:nvSpPr>
        <p:spPr>
          <a:xfrm>
            <a:off x="3072384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0" name="Oval 3219"/>
          <p:cNvSpPr/>
          <p:nvPr/>
        </p:nvSpPr>
        <p:spPr>
          <a:xfrm>
            <a:off x="3236976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1" name="Oval 3220"/>
          <p:cNvSpPr/>
          <p:nvPr/>
        </p:nvSpPr>
        <p:spPr>
          <a:xfrm>
            <a:off x="3401568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2" name="Oval 3221"/>
          <p:cNvSpPr/>
          <p:nvPr/>
        </p:nvSpPr>
        <p:spPr>
          <a:xfrm>
            <a:off x="3566160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3" name="Oval 3222"/>
          <p:cNvSpPr/>
          <p:nvPr/>
        </p:nvSpPr>
        <p:spPr>
          <a:xfrm>
            <a:off x="3730752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4" name="Oval 3223"/>
          <p:cNvSpPr/>
          <p:nvPr/>
        </p:nvSpPr>
        <p:spPr>
          <a:xfrm>
            <a:off x="3895344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5" name="Oval 3224"/>
          <p:cNvSpPr/>
          <p:nvPr/>
        </p:nvSpPr>
        <p:spPr>
          <a:xfrm>
            <a:off x="4059936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6" name="Oval 3225"/>
          <p:cNvSpPr/>
          <p:nvPr/>
        </p:nvSpPr>
        <p:spPr>
          <a:xfrm>
            <a:off x="4224528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7" name="Oval 3226"/>
          <p:cNvSpPr/>
          <p:nvPr/>
        </p:nvSpPr>
        <p:spPr>
          <a:xfrm>
            <a:off x="4389120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8" name="Oval 3227"/>
          <p:cNvSpPr/>
          <p:nvPr/>
        </p:nvSpPr>
        <p:spPr>
          <a:xfrm>
            <a:off x="4553712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9" name="Oval 3228"/>
          <p:cNvSpPr/>
          <p:nvPr/>
        </p:nvSpPr>
        <p:spPr>
          <a:xfrm>
            <a:off x="4718304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0" name="Oval 3229"/>
          <p:cNvSpPr/>
          <p:nvPr/>
        </p:nvSpPr>
        <p:spPr>
          <a:xfrm>
            <a:off x="4882896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1" name="Oval 3230"/>
          <p:cNvSpPr/>
          <p:nvPr/>
        </p:nvSpPr>
        <p:spPr>
          <a:xfrm>
            <a:off x="5047488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2" name="Oval 3231"/>
          <p:cNvSpPr/>
          <p:nvPr/>
        </p:nvSpPr>
        <p:spPr>
          <a:xfrm>
            <a:off x="5212080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3" name="Oval 3232"/>
          <p:cNvSpPr/>
          <p:nvPr/>
        </p:nvSpPr>
        <p:spPr>
          <a:xfrm>
            <a:off x="5376672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4" name="Oval 3233"/>
          <p:cNvSpPr/>
          <p:nvPr/>
        </p:nvSpPr>
        <p:spPr>
          <a:xfrm>
            <a:off x="5541264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5" name="Oval 3234"/>
          <p:cNvSpPr/>
          <p:nvPr/>
        </p:nvSpPr>
        <p:spPr>
          <a:xfrm>
            <a:off x="5705856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6" name="Oval 3235"/>
          <p:cNvSpPr/>
          <p:nvPr/>
        </p:nvSpPr>
        <p:spPr>
          <a:xfrm>
            <a:off x="5870448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7" name="Oval 3236"/>
          <p:cNvSpPr/>
          <p:nvPr/>
        </p:nvSpPr>
        <p:spPr>
          <a:xfrm>
            <a:off x="6035040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8" name="Oval 3237"/>
          <p:cNvSpPr/>
          <p:nvPr/>
        </p:nvSpPr>
        <p:spPr>
          <a:xfrm>
            <a:off x="6199632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9" name="Oval 3238"/>
          <p:cNvSpPr/>
          <p:nvPr/>
        </p:nvSpPr>
        <p:spPr>
          <a:xfrm>
            <a:off x="6364224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0" name="Oval 3239"/>
          <p:cNvSpPr/>
          <p:nvPr/>
        </p:nvSpPr>
        <p:spPr>
          <a:xfrm>
            <a:off x="6528816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1" name="Oval 3240"/>
          <p:cNvSpPr/>
          <p:nvPr/>
        </p:nvSpPr>
        <p:spPr>
          <a:xfrm>
            <a:off x="6693408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2" name="Oval 3241"/>
          <p:cNvSpPr/>
          <p:nvPr/>
        </p:nvSpPr>
        <p:spPr>
          <a:xfrm>
            <a:off x="6858000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3" name="Oval 3242"/>
          <p:cNvSpPr/>
          <p:nvPr/>
        </p:nvSpPr>
        <p:spPr>
          <a:xfrm>
            <a:off x="7022592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4" name="Oval 3243"/>
          <p:cNvSpPr/>
          <p:nvPr/>
        </p:nvSpPr>
        <p:spPr>
          <a:xfrm>
            <a:off x="7187184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5" name="Oval 3244"/>
          <p:cNvSpPr/>
          <p:nvPr/>
        </p:nvSpPr>
        <p:spPr>
          <a:xfrm>
            <a:off x="7351776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6" name="Oval 3245"/>
          <p:cNvSpPr/>
          <p:nvPr/>
        </p:nvSpPr>
        <p:spPr>
          <a:xfrm>
            <a:off x="7516368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7" name="Oval 3246"/>
          <p:cNvSpPr/>
          <p:nvPr/>
        </p:nvSpPr>
        <p:spPr>
          <a:xfrm>
            <a:off x="7680960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8" name="Oval 3247"/>
          <p:cNvSpPr/>
          <p:nvPr/>
        </p:nvSpPr>
        <p:spPr>
          <a:xfrm>
            <a:off x="7845552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9" name="Oval 3248"/>
          <p:cNvSpPr/>
          <p:nvPr/>
        </p:nvSpPr>
        <p:spPr>
          <a:xfrm>
            <a:off x="8010144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0" name="Oval 3249"/>
          <p:cNvSpPr/>
          <p:nvPr/>
        </p:nvSpPr>
        <p:spPr>
          <a:xfrm>
            <a:off x="8174736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1" name="Oval 3250"/>
          <p:cNvSpPr/>
          <p:nvPr/>
        </p:nvSpPr>
        <p:spPr>
          <a:xfrm>
            <a:off x="8339328" y="108082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2" name="Oval 3251"/>
          <p:cNvSpPr/>
          <p:nvPr/>
        </p:nvSpPr>
        <p:spPr>
          <a:xfrm>
            <a:off x="274320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3" name="Oval 3252"/>
          <p:cNvSpPr/>
          <p:nvPr/>
        </p:nvSpPr>
        <p:spPr>
          <a:xfrm>
            <a:off x="438912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4" name="Oval 3253"/>
          <p:cNvSpPr/>
          <p:nvPr/>
        </p:nvSpPr>
        <p:spPr>
          <a:xfrm>
            <a:off x="603504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5" name="Oval 3254"/>
          <p:cNvSpPr/>
          <p:nvPr/>
        </p:nvSpPr>
        <p:spPr>
          <a:xfrm>
            <a:off x="768096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6" name="Oval 3255"/>
          <p:cNvSpPr/>
          <p:nvPr/>
        </p:nvSpPr>
        <p:spPr>
          <a:xfrm>
            <a:off x="932688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7" name="Oval 3256"/>
          <p:cNvSpPr/>
          <p:nvPr/>
        </p:nvSpPr>
        <p:spPr>
          <a:xfrm>
            <a:off x="1097280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8" name="Oval 3257"/>
          <p:cNvSpPr/>
          <p:nvPr/>
        </p:nvSpPr>
        <p:spPr>
          <a:xfrm>
            <a:off x="1261872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9" name="Oval 3258"/>
          <p:cNvSpPr/>
          <p:nvPr/>
        </p:nvSpPr>
        <p:spPr>
          <a:xfrm>
            <a:off x="1426464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0" name="Oval 3259"/>
          <p:cNvSpPr/>
          <p:nvPr/>
        </p:nvSpPr>
        <p:spPr>
          <a:xfrm>
            <a:off x="1591056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1" name="Oval 3260"/>
          <p:cNvSpPr/>
          <p:nvPr/>
        </p:nvSpPr>
        <p:spPr>
          <a:xfrm>
            <a:off x="1755648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2" name="Oval 3261"/>
          <p:cNvSpPr/>
          <p:nvPr/>
        </p:nvSpPr>
        <p:spPr>
          <a:xfrm>
            <a:off x="1920240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3" name="Oval 3262"/>
          <p:cNvSpPr/>
          <p:nvPr/>
        </p:nvSpPr>
        <p:spPr>
          <a:xfrm>
            <a:off x="2084832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4" name="Oval 3263"/>
          <p:cNvSpPr/>
          <p:nvPr/>
        </p:nvSpPr>
        <p:spPr>
          <a:xfrm>
            <a:off x="2249424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5" name="Oval 3264"/>
          <p:cNvSpPr/>
          <p:nvPr/>
        </p:nvSpPr>
        <p:spPr>
          <a:xfrm>
            <a:off x="2414016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6" name="Oval 3265"/>
          <p:cNvSpPr/>
          <p:nvPr/>
        </p:nvSpPr>
        <p:spPr>
          <a:xfrm>
            <a:off x="2578608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7" name="Oval 3266"/>
          <p:cNvSpPr/>
          <p:nvPr/>
        </p:nvSpPr>
        <p:spPr>
          <a:xfrm>
            <a:off x="2743200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8" name="Oval 3267"/>
          <p:cNvSpPr/>
          <p:nvPr/>
        </p:nvSpPr>
        <p:spPr>
          <a:xfrm>
            <a:off x="2907792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9" name="Oval 3268"/>
          <p:cNvSpPr/>
          <p:nvPr/>
        </p:nvSpPr>
        <p:spPr>
          <a:xfrm>
            <a:off x="3072384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0" name="Oval 3269"/>
          <p:cNvSpPr/>
          <p:nvPr/>
        </p:nvSpPr>
        <p:spPr>
          <a:xfrm>
            <a:off x="3236976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1" name="Oval 3270"/>
          <p:cNvSpPr/>
          <p:nvPr/>
        </p:nvSpPr>
        <p:spPr>
          <a:xfrm>
            <a:off x="3401568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2" name="Oval 3271"/>
          <p:cNvSpPr/>
          <p:nvPr/>
        </p:nvSpPr>
        <p:spPr>
          <a:xfrm>
            <a:off x="3566160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3" name="Oval 3272"/>
          <p:cNvSpPr/>
          <p:nvPr/>
        </p:nvSpPr>
        <p:spPr>
          <a:xfrm>
            <a:off x="3730752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4" name="Oval 3273"/>
          <p:cNvSpPr/>
          <p:nvPr/>
        </p:nvSpPr>
        <p:spPr>
          <a:xfrm>
            <a:off x="3895344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5" name="Oval 3274"/>
          <p:cNvSpPr/>
          <p:nvPr/>
        </p:nvSpPr>
        <p:spPr>
          <a:xfrm>
            <a:off x="4059936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6" name="Oval 3275"/>
          <p:cNvSpPr/>
          <p:nvPr/>
        </p:nvSpPr>
        <p:spPr>
          <a:xfrm>
            <a:off x="4224528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7" name="Oval 3276"/>
          <p:cNvSpPr/>
          <p:nvPr/>
        </p:nvSpPr>
        <p:spPr>
          <a:xfrm>
            <a:off x="4389120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8" name="Oval 3277"/>
          <p:cNvSpPr/>
          <p:nvPr/>
        </p:nvSpPr>
        <p:spPr>
          <a:xfrm>
            <a:off x="4553712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9" name="Oval 3278"/>
          <p:cNvSpPr/>
          <p:nvPr/>
        </p:nvSpPr>
        <p:spPr>
          <a:xfrm>
            <a:off x="4718304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0" name="Oval 3279"/>
          <p:cNvSpPr/>
          <p:nvPr/>
        </p:nvSpPr>
        <p:spPr>
          <a:xfrm>
            <a:off x="4882896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1" name="Oval 3280"/>
          <p:cNvSpPr/>
          <p:nvPr/>
        </p:nvSpPr>
        <p:spPr>
          <a:xfrm>
            <a:off x="5047488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2" name="Oval 3281"/>
          <p:cNvSpPr/>
          <p:nvPr/>
        </p:nvSpPr>
        <p:spPr>
          <a:xfrm>
            <a:off x="5212080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3" name="Oval 3282"/>
          <p:cNvSpPr/>
          <p:nvPr/>
        </p:nvSpPr>
        <p:spPr>
          <a:xfrm>
            <a:off x="5376672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4" name="Oval 3283"/>
          <p:cNvSpPr/>
          <p:nvPr/>
        </p:nvSpPr>
        <p:spPr>
          <a:xfrm>
            <a:off x="5541264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5" name="Oval 3284"/>
          <p:cNvSpPr/>
          <p:nvPr/>
        </p:nvSpPr>
        <p:spPr>
          <a:xfrm>
            <a:off x="5705856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6" name="Oval 3285"/>
          <p:cNvSpPr/>
          <p:nvPr/>
        </p:nvSpPr>
        <p:spPr>
          <a:xfrm>
            <a:off x="5870448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7" name="Oval 3286"/>
          <p:cNvSpPr/>
          <p:nvPr/>
        </p:nvSpPr>
        <p:spPr>
          <a:xfrm>
            <a:off x="6035040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8" name="Oval 3287"/>
          <p:cNvSpPr/>
          <p:nvPr/>
        </p:nvSpPr>
        <p:spPr>
          <a:xfrm>
            <a:off x="6199632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9" name="Oval 3288"/>
          <p:cNvSpPr/>
          <p:nvPr/>
        </p:nvSpPr>
        <p:spPr>
          <a:xfrm>
            <a:off x="6364224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0" name="Oval 3289"/>
          <p:cNvSpPr/>
          <p:nvPr/>
        </p:nvSpPr>
        <p:spPr>
          <a:xfrm>
            <a:off x="6528816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1" name="Oval 3290"/>
          <p:cNvSpPr/>
          <p:nvPr/>
        </p:nvSpPr>
        <p:spPr>
          <a:xfrm>
            <a:off x="6693408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2" name="Oval 3291"/>
          <p:cNvSpPr/>
          <p:nvPr/>
        </p:nvSpPr>
        <p:spPr>
          <a:xfrm>
            <a:off x="6858000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3" name="Oval 3292"/>
          <p:cNvSpPr/>
          <p:nvPr/>
        </p:nvSpPr>
        <p:spPr>
          <a:xfrm>
            <a:off x="7022592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4" name="Oval 3293"/>
          <p:cNvSpPr/>
          <p:nvPr/>
        </p:nvSpPr>
        <p:spPr>
          <a:xfrm>
            <a:off x="7187184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5" name="Oval 3294"/>
          <p:cNvSpPr/>
          <p:nvPr/>
        </p:nvSpPr>
        <p:spPr>
          <a:xfrm>
            <a:off x="7351776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6" name="Oval 3295"/>
          <p:cNvSpPr/>
          <p:nvPr/>
        </p:nvSpPr>
        <p:spPr>
          <a:xfrm>
            <a:off x="7516368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7" name="Oval 3296"/>
          <p:cNvSpPr/>
          <p:nvPr/>
        </p:nvSpPr>
        <p:spPr>
          <a:xfrm>
            <a:off x="7680960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8" name="Oval 3297"/>
          <p:cNvSpPr/>
          <p:nvPr/>
        </p:nvSpPr>
        <p:spPr>
          <a:xfrm>
            <a:off x="7845552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9" name="Oval 3298"/>
          <p:cNvSpPr/>
          <p:nvPr/>
        </p:nvSpPr>
        <p:spPr>
          <a:xfrm>
            <a:off x="8010144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0" name="Oval 3299"/>
          <p:cNvSpPr/>
          <p:nvPr/>
        </p:nvSpPr>
        <p:spPr>
          <a:xfrm>
            <a:off x="8174736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1" name="Oval 3300"/>
          <p:cNvSpPr/>
          <p:nvPr/>
        </p:nvSpPr>
        <p:spPr>
          <a:xfrm>
            <a:off x="8339328" y="1097280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2" name="Oval 3301"/>
          <p:cNvSpPr/>
          <p:nvPr/>
        </p:nvSpPr>
        <p:spPr>
          <a:xfrm>
            <a:off x="274320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3" name="Oval 3302"/>
          <p:cNvSpPr/>
          <p:nvPr/>
        </p:nvSpPr>
        <p:spPr>
          <a:xfrm>
            <a:off x="438912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4" name="Oval 3303"/>
          <p:cNvSpPr/>
          <p:nvPr/>
        </p:nvSpPr>
        <p:spPr>
          <a:xfrm>
            <a:off x="603504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5" name="Oval 3304"/>
          <p:cNvSpPr/>
          <p:nvPr/>
        </p:nvSpPr>
        <p:spPr>
          <a:xfrm>
            <a:off x="768096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6" name="Oval 3305"/>
          <p:cNvSpPr/>
          <p:nvPr/>
        </p:nvSpPr>
        <p:spPr>
          <a:xfrm>
            <a:off x="932688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7" name="Oval 3306"/>
          <p:cNvSpPr/>
          <p:nvPr/>
        </p:nvSpPr>
        <p:spPr>
          <a:xfrm>
            <a:off x="1097280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8" name="Oval 3307"/>
          <p:cNvSpPr/>
          <p:nvPr/>
        </p:nvSpPr>
        <p:spPr>
          <a:xfrm>
            <a:off x="1261872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9" name="Oval 3308"/>
          <p:cNvSpPr/>
          <p:nvPr/>
        </p:nvSpPr>
        <p:spPr>
          <a:xfrm>
            <a:off x="1426464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0" name="Oval 3309"/>
          <p:cNvSpPr/>
          <p:nvPr/>
        </p:nvSpPr>
        <p:spPr>
          <a:xfrm>
            <a:off x="1591056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1" name="Oval 3310"/>
          <p:cNvSpPr/>
          <p:nvPr/>
        </p:nvSpPr>
        <p:spPr>
          <a:xfrm>
            <a:off x="1755648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2" name="Oval 3311"/>
          <p:cNvSpPr/>
          <p:nvPr/>
        </p:nvSpPr>
        <p:spPr>
          <a:xfrm>
            <a:off x="1920240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3" name="Oval 3312"/>
          <p:cNvSpPr/>
          <p:nvPr/>
        </p:nvSpPr>
        <p:spPr>
          <a:xfrm>
            <a:off x="2084832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4" name="Oval 3313"/>
          <p:cNvSpPr/>
          <p:nvPr/>
        </p:nvSpPr>
        <p:spPr>
          <a:xfrm>
            <a:off x="2249424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5" name="Oval 3314"/>
          <p:cNvSpPr/>
          <p:nvPr/>
        </p:nvSpPr>
        <p:spPr>
          <a:xfrm>
            <a:off x="2414016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6" name="Oval 3315"/>
          <p:cNvSpPr/>
          <p:nvPr/>
        </p:nvSpPr>
        <p:spPr>
          <a:xfrm>
            <a:off x="2578608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7" name="Oval 3316"/>
          <p:cNvSpPr/>
          <p:nvPr/>
        </p:nvSpPr>
        <p:spPr>
          <a:xfrm>
            <a:off x="2743200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8" name="Oval 3317"/>
          <p:cNvSpPr/>
          <p:nvPr/>
        </p:nvSpPr>
        <p:spPr>
          <a:xfrm>
            <a:off x="2907792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9" name="Oval 3318"/>
          <p:cNvSpPr/>
          <p:nvPr/>
        </p:nvSpPr>
        <p:spPr>
          <a:xfrm>
            <a:off x="3072384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0" name="Oval 3319"/>
          <p:cNvSpPr/>
          <p:nvPr/>
        </p:nvSpPr>
        <p:spPr>
          <a:xfrm>
            <a:off x="3236976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1" name="Oval 3320"/>
          <p:cNvSpPr/>
          <p:nvPr/>
        </p:nvSpPr>
        <p:spPr>
          <a:xfrm>
            <a:off x="3401568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2" name="Oval 3321"/>
          <p:cNvSpPr/>
          <p:nvPr/>
        </p:nvSpPr>
        <p:spPr>
          <a:xfrm>
            <a:off x="3566160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3" name="Oval 3322"/>
          <p:cNvSpPr/>
          <p:nvPr/>
        </p:nvSpPr>
        <p:spPr>
          <a:xfrm>
            <a:off x="3730752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4" name="Oval 3323"/>
          <p:cNvSpPr/>
          <p:nvPr/>
        </p:nvSpPr>
        <p:spPr>
          <a:xfrm>
            <a:off x="3895344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5" name="Oval 3324"/>
          <p:cNvSpPr/>
          <p:nvPr/>
        </p:nvSpPr>
        <p:spPr>
          <a:xfrm>
            <a:off x="4059936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6" name="Oval 3325"/>
          <p:cNvSpPr/>
          <p:nvPr/>
        </p:nvSpPr>
        <p:spPr>
          <a:xfrm>
            <a:off x="4224528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7" name="Oval 3326"/>
          <p:cNvSpPr/>
          <p:nvPr/>
        </p:nvSpPr>
        <p:spPr>
          <a:xfrm>
            <a:off x="4389120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8" name="Oval 3327"/>
          <p:cNvSpPr/>
          <p:nvPr/>
        </p:nvSpPr>
        <p:spPr>
          <a:xfrm>
            <a:off x="4553712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9" name="Oval 3328"/>
          <p:cNvSpPr/>
          <p:nvPr/>
        </p:nvSpPr>
        <p:spPr>
          <a:xfrm>
            <a:off x="4718304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0" name="Oval 3329"/>
          <p:cNvSpPr/>
          <p:nvPr/>
        </p:nvSpPr>
        <p:spPr>
          <a:xfrm>
            <a:off x="4882896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1" name="Oval 3330"/>
          <p:cNvSpPr/>
          <p:nvPr/>
        </p:nvSpPr>
        <p:spPr>
          <a:xfrm>
            <a:off x="5047488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2" name="Oval 3331"/>
          <p:cNvSpPr/>
          <p:nvPr/>
        </p:nvSpPr>
        <p:spPr>
          <a:xfrm>
            <a:off x="5212080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3" name="Oval 3332"/>
          <p:cNvSpPr/>
          <p:nvPr/>
        </p:nvSpPr>
        <p:spPr>
          <a:xfrm>
            <a:off x="5376672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4" name="Oval 3333"/>
          <p:cNvSpPr/>
          <p:nvPr/>
        </p:nvSpPr>
        <p:spPr>
          <a:xfrm>
            <a:off x="5541264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5" name="Oval 3334"/>
          <p:cNvSpPr/>
          <p:nvPr/>
        </p:nvSpPr>
        <p:spPr>
          <a:xfrm>
            <a:off x="5705856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6" name="Oval 3335"/>
          <p:cNvSpPr/>
          <p:nvPr/>
        </p:nvSpPr>
        <p:spPr>
          <a:xfrm>
            <a:off x="5870448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7" name="Oval 3336"/>
          <p:cNvSpPr/>
          <p:nvPr/>
        </p:nvSpPr>
        <p:spPr>
          <a:xfrm>
            <a:off x="6035040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8" name="Oval 3337"/>
          <p:cNvSpPr/>
          <p:nvPr/>
        </p:nvSpPr>
        <p:spPr>
          <a:xfrm>
            <a:off x="6199632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9" name="Oval 3338"/>
          <p:cNvSpPr/>
          <p:nvPr/>
        </p:nvSpPr>
        <p:spPr>
          <a:xfrm>
            <a:off x="6364224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0" name="Oval 3339"/>
          <p:cNvSpPr/>
          <p:nvPr/>
        </p:nvSpPr>
        <p:spPr>
          <a:xfrm>
            <a:off x="6528816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1" name="Oval 3340"/>
          <p:cNvSpPr/>
          <p:nvPr/>
        </p:nvSpPr>
        <p:spPr>
          <a:xfrm>
            <a:off x="6693408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2" name="Oval 3341"/>
          <p:cNvSpPr/>
          <p:nvPr/>
        </p:nvSpPr>
        <p:spPr>
          <a:xfrm>
            <a:off x="6858000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3" name="Oval 3342"/>
          <p:cNvSpPr/>
          <p:nvPr/>
        </p:nvSpPr>
        <p:spPr>
          <a:xfrm>
            <a:off x="7022592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4" name="Oval 3343"/>
          <p:cNvSpPr/>
          <p:nvPr/>
        </p:nvSpPr>
        <p:spPr>
          <a:xfrm>
            <a:off x="7187184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5" name="Oval 3344"/>
          <p:cNvSpPr/>
          <p:nvPr/>
        </p:nvSpPr>
        <p:spPr>
          <a:xfrm>
            <a:off x="7351776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6" name="Oval 3345"/>
          <p:cNvSpPr/>
          <p:nvPr/>
        </p:nvSpPr>
        <p:spPr>
          <a:xfrm>
            <a:off x="7516368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7" name="Oval 3346"/>
          <p:cNvSpPr/>
          <p:nvPr/>
        </p:nvSpPr>
        <p:spPr>
          <a:xfrm>
            <a:off x="7680960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8" name="Oval 3347"/>
          <p:cNvSpPr/>
          <p:nvPr/>
        </p:nvSpPr>
        <p:spPr>
          <a:xfrm>
            <a:off x="7845552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9" name="Oval 3348"/>
          <p:cNvSpPr/>
          <p:nvPr/>
        </p:nvSpPr>
        <p:spPr>
          <a:xfrm>
            <a:off x="8010144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0" name="Oval 3349"/>
          <p:cNvSpPr/>
          <p:nvPr/>
        </p:nvSpPr>
        <p:spPr>
          <a:xfrm>
            <a:off x="8174736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1" name="Oval 3350"/>
          <p:cNvSpPr/>
          <p:nvPr/>
        </p:nvSpPr>
        <p:spPr>
          <a:xfrm>
            <a:off x="8339328" y="1113739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2" name="Oval 3351"/>
          <p:cNvSpPr/>
          <p:nvPr/>
        </p:nvSpPr>
        <p:spPr>
          <a:xfrm>
            <a:off x="274320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3" name="Oval 3352"/>
          <p:cNvSpPr/>
          <p:nvPr/>
        </p:nvSpPr>
        <p:spPr>
          <a:xfrm>
            <a:off x="438912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4" name="Oval 3353"/>
          <p:cNvSpPr/>
          <p:nvPr/>
        </p:nvSpPr>
        <p:spPr>
          <a:xfrm>
            <a:off x="603504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5" name="Oval 3354"/>
          <p:cNvSpPr/>
          <p:nvPr/>
        </p:nvSpPr>
        <p:spPr>
          <a:xfrm>
            <a:off x="768096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6" name="Oval 3355"/>
          <p:cNvSpPr/>
          <p:nvPr/>
        </p:nvSpPr>
        <p:spPr>
          <a:xfrm>
            <a:off x="932688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7" name="Oval 3356"/>
          <p:cNvSpPr/>
          <p:nvPr/>
        </p:nvSpPr>
        <p:spPr>
          <a:xfrm>
            <a:off x="1097280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8" name="Oval 3357"/>
          <p:cNvSpPr/>
          <p:nvPr/>
        </p:nvSpPr>
        <p:spPr>
          <a:xfrm>
            <a:off x="1261872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9" name="Oval 3358"/>
          <p:cNvSpPr/>
          <p:nvPr/>
        </p:nvSpPr>
        <p:spPr>
          <a:xfrm>
            <a:off x="1426464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0" name="Oval 3359"/>
          <p:cNvSpPr/>
          <p:nvPr/>
        </p:nvSpPr>
        <p:spPr>
          <a:xfrm>
            <a:off x="1591056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1" name="Oval 3360"/>
          <p:cNvSpPr/>
          <p:nvPr/>
        </p:nvSpPr>
        <p:spPr>
          <a:xfrm>
            <a:off x="1755648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2" name="Oval 3361"/>
          <p:cNvSpPr/>
          <p:nvPr/>
        </p:nvSpPr>
        <p:spPr>
          <a:xfrm>
            <a:off x="1920240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3" name="Oval 3362"/>
          <p:cNvSpPr/>
          <p:nvPr/>
        </p:nvSpPr>
        <p:spPr>
          <a:xfrm>
            <a:off x="2084832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4" name="Oval 3363"/>
          <p:cNvSpPr/>
          <p:nvPr/>
        </p:nvSpPr>
        <p:spPr>
          <a:xfrm>
            <a:off x="2249424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5" name="Oval 3364"/>
          <p:cNvSpPr/>
          <p:nvPr/>
        </p:nvSpPr>
        <p:spPr>
          <a:xfrm>
            <a:off x="2414016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6" name="Oval 3365"/>
          <p:cNvSpPr/>
          <p:nvPr/>
        </p:nvSpPr>
        <p:spPr>
          <a:xfrm>
            <a:off x="2578608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7" name="Oval 3366"/>
          <p:cNvSpPr/>
          <p:nvPr/>
        </p:nvSpPr>
        <p:spPr>
          <a:xfrm>
            <a:off x="2743200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8" name="Oval 3367"/>
          <p:cNvSpPr/>
          <p:nvPr/>
        </p:nvSpPr>
        <p:spPr>
          <a:xfrm>
            <a:off x="2907792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9" name="Oval 3368"/>
          <p:cNvSpPr/>
          <p:nvPr/>
        </p:nvSpPr>
        <p:spPr>
          <a:xfrm>
            <a:off x="3072384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0" name="Oval 3369"/>
          <p:cNvSpPr/>
          <p:nvPr/>
        </p:nvSpPr>
        <p:spPr>
          <a:xfrm>
            <a:off x="3236976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1" name="Oval 3370"/>
          <p:cNvSpPr/>
          <p:nvPr/>
        </p:nvSpPr>
        <p:spPr>
          <a:xfrm>
            <a:off x="3401568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2" name="Oval 3371"/>
          <p:cNvSpPr/>
          <p:nvPr/>
        </p:nvSpPr>
        <p:spPr>
          <a:xfrm>
            <a:off x="3566160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3" name="Oval 3372"/>
          <p:cNvSpPr/>
          <p:nvPr/>
        </p:nvSpPr>
        <p:spPr>
          <a:xfrm>
            <a:off x="3730752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4" name="Oval 3373"/>
          <p:cNvSpPr/>
          <p:nvPr/>
        </p:nvSpPr>
        <p:spPr>
          <a:xfrm>
            <a:off x="3895344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5" name="Oval 3374"/>
          <p:cNvSpPr/>
          <p:nvPr/>
        </p:nvSpPr>
        <p:spPr>
          <a:xfrm>
            <a:off x="4059936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6" name="Oval 3375"/>
          <p:cNvSpPr/>
          <p:nvPr/>
        </p:nvSpPr>
        <p:spPr>
          <a:xfrm>
            <a:off x="4224528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7" name="Oval 3376"/>
          <p:cNvSpPr/>
          <p:nvPr/>
        </p:nvSpPr>
        <p:spPr>
          <a:xfrm>
            <a:off x="4389120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8" name="Oval 3377"/>
          <p:cNvSpPr/>
          <p:nvPr/>
        </p:nvSpPr>
        <p:spPr>
          <a:xfrm>
            <a:off x="4553712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9" name="Oval 3378"/>
          <p:cNvSpPr/>
          <p:nvPr/>
        </p:nvSpPr>
        <p:spPr>
          <a:xfrm>
            <a:off x="4718304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0" name="Oval 3379"/>
          <p:cNvSpPr/>
          <p:nvPr/>
        </p:nvSpPr>
        <p:spPr>
          <a:xfrm>
            <a:off x="4882896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1" name="Oval 3380"/>
          <p:cNvSpPr/>
          <p:nvPr/>
        </p:nvSpPr>
        <p:spPr>
          <a:xfrm>
            <a:off x="5047488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2" name="Oval 3381"/>
          <p:cNvSpPr/>
          <p:nvPr/>
        </p:nvSpPr>
        <p:spPr>
          <a:xfrm>
            <a:off x="5212080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3" name="Oval 3382"/>
          <p:cNvSpPr/>
          <p:nvPr/>
        </p:nvSpPr>
        <p:spPr>
          <a:xfrm>
            <a:off x="5376672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4" name="Oval 3383"/>
          <p:cNvSpPr/>
          <p:nvPr/>
        </p:nvSpPr>
        <p:spPr>
          <a:xfrm>
            <a:off x="5541264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5" name="Oval 3384"/>
          <p:cNvSpPr/>
          <p:nvPr/>
        </p:nvSpPr>
        <p:spPr>
          <a:xfrm>
            <a:off x="5705856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6" name="Oval 3385"/>
          <p:cNvSpPr/>
          <p:nvPr/>
        </p:nvSpPr>
        <p:spPr>
          <a:xfrm>
            <a:off x="5870448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7" name="Oval 3386"/>
          <p:cNvSpPr/>
          <p:nvPr/>
        </p:nvSpPr>
        <p:spPr>
          <a:xfrm>
            <a:off x="6035040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8" name="Oval 3387"/>
          <p:cNvSpPr/>
          <p:nvPr/>
        </p:nvSpPr>
        <p:spPr>
          <a:xfrm>
            <a:off x="6199632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9" name="Oval 3388"/>
          <p:cNvSpPr/>
          <p:nvPr/>
        </p:nvSpPr>
        <p:spPr>
          <a:xfrm>
            <a:off x="6364224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0" name="Oval 3389"/>
          <p:cNvSpPr/>
          <p:nvPr/>
        </p:nvSpPr>
        <p:spPr>
          <a:xfrm>
            <a:off x="6528816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1" name="Oval 3390"/>
          <p:cNvSpPr/>
          <p:nvPr/>
        </p:nvSpPr>
        <p:spPr>
          <a:xfrm>
            <a:off x="6693408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2" name="Oval 3391"/>
          <p:cNvSpPr/>
          <p:nvPr/>
        </p:nvSpPr>
        <p:spPr>
          <a:xfrm>
            <a:off x="6858000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3" name="Oval 3392"/>
          <p:cNvSpPr/>
          <p:nvPr/>
        </p:nvSpPr>
        <p:spPr>
          <a:xfrm>
            <a:off x="7022592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4" name="Oval 3393"/>
          <p:cNvSpPr/>
          <p:nvPr/>
        </p:nvSpPr>
        <p:spPr>
          <a:xfrm>
            <a:off x="7187184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5" name="Oval 3394"/>
          <p:cNvSpPr/>
          <p:nvPr/>
        </p:nvSpPr>
        <p:spPr>
          <a:xfrm>
            <a:off x="7351776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6" name="Oval 3395"/>
          <p:cNvSpPr/>
          <p:nvPr/>
        </p:nvSpPr>
        <p:spPr>
          <a:xfrm>
            <a:off x="7516368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7" name="Oval 3396"/>
          <p:cNvSpPr/>
          <p:nvPr/>
        </p:nvSpPr>
        <p:spPr>
          <a:xfrm>
            <a:off x="7680960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8" name="Oval 3397"/>
          <p:cNvSpPr/>
          <p:nvPr/>
        </p:nvSpPr>
        <p:spPr>
          <a:xfrm>
            <a:off x="7845552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9" name="Oval 3398"/>
          <p:cNvSpPr/>
          <p:nvPr/>
        </p:nvSpPr>
        <p:spPr>
          <a:xfrm>
            <a:off x="8010144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0" name="Oval 3399"/>
          <p:cNvSpPr/>
          <p:nvPr/>
        </p:nvSpPr>
        <p:spPr>
          <a:xfrm>
            <a:off x="8174736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1" name="Oval 3400"/>
          <p:cNvSpPr/>
          <p:nvPr/>
        </p:nvSpPr>
        <p:spPr>
          <a:xfrm>
            <a:off x="8339328" y="1130198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2" name="Oval 3401"/>
          <p:cNvSpPr/>
          <p:nvPr/>
        </p:nvSpPr>
        <p:spPr>
          <a:xfrm>
            <a:off x="274320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3" name="Oval 3402"/>
          <p:cNvSpPr/>
          <p:nvPr/>
        </p:nvSpPr>
        <p:spPr>
          <a:xfrm>
            <a:off x="438912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4" name="Oval 3403"/>
          <p:cNvSpPr/>
          <p:nvPr/>
        </p:nvSpPr>
        <p:spPr>
          <a:xfrm>
            <a:off x="603504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5" name="Oval 3404"/>
          <p:cNvSpPr/>
          <p:nvPr/>
        </p:nvSpPr>
        <p:spPr>
          <a:xfrm>
            <a:off x="768096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6" name="Oval 3405"/>
          <p:cNvSpPr/>
          <p:nvPr/>
        </p:nvSpPr>
        <p:spPr>
          <a:xfrm>
            <a:off x="932688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7" name="Oval 3406"/>
          <p:cNvSpPr/>
          <p:nvPr/>
        </p:nvSpPr>
        <p:spPr>
          <a:xfrm>
            <a:off x="1097280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8" name="Oval 3407"/>
          <p:cNvSpPr/>
          <p:nvPr/>
        </p:nvSpPr>
        <p:spPr>
          <a:xfrm>
            <a:off x="1261872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9" name="Oval 3408"/>
          <p:cNvSpPr/>
          <p:nvPr/>
        </p:nvSpPr>
        <p:spPr>
          <a:xfrm>
            <a:off x="1426464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0" name="Oval 3409"/>
          <p:cNvSpPr/>
          <p:nvPr/>
        </p:nvSpPr>
        <p:spPr>
          <a:xfrm>
            <a:off x="1591056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1" name="Oval 3410"/>
          <p:cNvSpPr/>
          <p:nvPr/>
        </p:nvSpPr>
        <p:spPr>
          <a:xfrm>
            <a:off x="1755648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2" name="Oval 3411"/>
          <p:cNvSpPr/>
          <p:nvPr/>
        </p:nvSpPr>
        <p:spPr>
          <a:xfrm>
            <a:off x="1920240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3" name="Oval 3412"/>
          <p:cNvSpPr/>
          <p:nvPr/>
        </p:nvSpPr>
        <p:spPr>
          <a:xfrm>
            <a:off x="2084832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4" name="Oval 3413"/>
          <p:cNvSpPr/>
          <p:nvPr/>
        </p:nvSpPr>
        <p:spPr>
          <a:xfrm>
            <a:off x="2249424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5" name="Oval 3414"/>
          <p:cNvSpPr/>
          <p:nvPr/>
        </p:nvSpPr>
        <p:spPr>
          <a:xfrm>
            <a:off x="2414016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6" name="Oval 3415"/>
          <p:cNvSpPr/>
          <p:nvPr/>
        </p:nvSpPr>
        <p:spPr>
          <a:xfrm>
            <a:off x="2578608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7" name="Oval 3416"/>
          <p:cNvSpPr/>
          <p:nvPr/>
        </p:nvSpPr>
        <p:spPr>
          <a:xfrm>
            <a:off x="2743200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8" name="Oval 3417"/>
          <p:cNvSpPr/>
          <p:nvPr/>
        </p:nvSpPr>
        <p:spPr>
          <a:xfrm>
            <a:off x="2907792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9" name="Oval 3418"/>
          <p:cNvSpPr/>
          <p:nvPr/>
        </p:nvSpPr>
        <p:spPr>
          <a:xfrm>
            <a:off x="3072384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0" name="Oval 3419"/>
          <p:cNvSpPr/>
          <p:nvPr/>
        </p:nvSpPr>
        <p:spPr>
          <a:xfrm>
            <a:off x="3236976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1" name="Oval 3420"/>
          <p:cNvSpPr/>
          <p:nvPr/>
        </p:nvSpPr>
        <p:spPr>
          <a:xfrm>
            <a:off x="3401568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2" name="Oval 3421"/>
          <p:cNvSpPr/>
          <p:nvPr/>
        </p:nvSpPr>
        <p:spPr>
          <a:xfrm>
            <a:off x="3566160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3" name="Oval 3422"/>
          <p:cNvSpPr/>
          <p:nvPr/>
        </p:nvSpPr>
        <p:spPr>
          <a:xfrm>
            <a:off x="3730752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4" name="Oval 3423"/>
          <p:cNvSpPr/>
          <p:nvPr/>
        </p:nvSpPr>
        <p:spPr>
          <a:xfrm>
            <a:off x="3895344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5" name="Oval 3424"/>
          <p:cNvSpPr/>
          <p:nvPr/>
        </p:nvSpPr>
        <p:spPr>
          <a:xfrm>
            <a:off x="4059936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6" name="Oval 3425"/>
          <p:cNvSpPr/>
          <p:nvPr/>
        </p:nvSpPr>
        <p:spPr>
          <a:xfrm>
            <a:off x="4224528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7" name="Oval 3426"/>
          <p:cNvSpPr/>
          <p:nvPr/>
        </p:nvSpPr>
        <p:spPr>
          <a:xfrm>
            <a:off x="4389120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8" name="Oval 3427"/>
          <p:cNvSpPr/>
          <p:nvPr/>
        </p:nvSpPr>
        <p:spPr>
          <a:xfrm>
            <a:off x="4553712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9" name="Oval 3428"/>
          <p:cNvSpPr/>
          <p:nvPr/>
        </p:nvSpPr>
        <p:spPr>
          <a:xfrm>
            <a:off x="4718304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0" name="Oval 3429"/>
          <p:cNvSpPr/>
          <p:nvPr/>
        </p:nvSpPr>
        <p:spPr>
          <a:xfrm>
            <a:off x="4882896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1" name="Oval 3430"/>
          <p:cNvSpPr/>
          <p:nvPr/>
        </p:nvSpPr>
        <p:spPr>
          <a:xfrm>
            <a:off x="5047488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2" name="Oval 3431"/>
          <p:cNvSpPr/>
          <p:nvPr/>
        </p:nvSpPr>
        <p:spPr>
          <a:xfrm>
            <a:off x="5212080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3" name="Oval 3432"/>
          <p:cNvSpPr/>
          <p:nvPr/>
        </p:nvSpPr>
        <p:spPr>
          <a:xfrm>
            <a:off x="5376672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4" name="Oval 3433"/>
          <p:cNvSpPr/>
          <p:nvPr/>
        </p:nvSpPr>
        <p:spPr>
          <a:xfrm>
            <a:off x="5541264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5" name="Oval 3434"/>
          <p:cNvSpPr/>
          <p:nvPr/>
        </p:nvSpPr>
        <p:spPr>
          <a:xfrm>
            <a:off x="5705856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6" name="Oval 3435"/>
          <p:cNvSpPr/>
          <p:nvPr/>
        </p:nvSpPr>
        <p:spPr>
          <a:xfrm>
            <a:off x="5870448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7" name="Oval 3436"/>
          <p:cNvSpPr/>
          <p:nvPr/>
        </p:nvSpPr>
        <p:spPr>
          <a:xfrm>
            <a:off x="6035040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8" name="Oval 3437"/>
          <p:cNvSpPr/>
          <p:nvPr/>
        </p:nvSpPr>
        <p:spPr>
          <a:xfrm>
            <a:off x="6199632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9" name="Oval 3438"/>
          <p:cNvSpPr/>
          <p:nvPr/>
        </p:nvSpPr>
        <p:spPr>
          <a:xfrm>
            <a:off x="6364224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0" name="Oval 3439"/>
          <p:cNvSpPr/>
          <p:nvPr/>
        </p:nvSpPr>
        <p:spPr>
          <a:xfrm>
            <a:off x="6528816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1" name="Oval 3440"/>
          <p:cNvSpPr/>
          <p:nvPr/>
        </p:nvSpPr>
        <p:spPr>
          <a:xfrm>
            <a:off x="6693408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2" name="Oval 3441"/>
          <p:cNvSpPr/>
          <p:nvPr/>
        </p:nvSpPr>
        <p:spPr>
          <a:xfrm>
            <a:off x="6858000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3" name="Oval 3442"/>
          <p:cNvSpPr/>
          <p:nvPr/>
        </p:nvSpPr>
        <p:spPr>
          <a:xfrm>
            <a:off x="7022592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4" name="Oval 3443"/>
          <p:cNvSpPr/>
          <p:nvPr/>
        </p:nvSpPr>
        <p:spPr>
          <a:xfrm>
            <a:off x="7187184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5" name="Oval 3444"/>
          <p:cNvSpPr/>
          <p:nvPr/>
        </p:nvSpPr>
        <p:spPr>
          <a:xfrm>
            <a:off x="7351776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6" name="Oval 3445"/>
          <p:cNvSpPr/>
          <p:nvPr/>
        </p:nvSpPr>
        <p:spPr>
          <a:xfrm>
            <a:off x="7516368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7" name="Oval 3446"/>
          <p:cNvSpPr/>
          <p:nvPr/>
        </p:nvSpPr>
        <p:spPr>
          <a:xfrm>
            <a:off x="7680960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8" name="Oval 3447"/>
          <p:cNvSpPr/>
          <p:nvPr/>
        </p:nvSpPr>
        <p:spPr>
          <a:xfrm>
            <a:off x="7845552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9" name="Oval 3448"/>
          <p:cNvSpPr/>
          <p:nvPr/>
        </p:nvSpPr>
        <p:spPr>
          <a:xfrm>
            <a:off x="8010144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0" name="Oval 3449"/>
          <p:cNvSpPr/>
          <p:nvPr/>
        </p:nvSpPr>
        <p:spPr>
          <a:xfrm>
            <a:off x="8174736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1" name="Oval 3450"/>
          <p:cNvSpPr/>
          <p:nvPr/>
        </p:nvSpPr>
        <p:spPr>
          <a:xfrm>
            <a:off x="8339328" y="1146657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2" name="Oval 3451"/>
          <p:cNvSpPr/>
          <p:nvPr/>
        </p:nvSpPr>
        <p:spPr>
          <a:xfrm>
            <a:off x="274320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3" name="Oval 3452"/>
          <p:cNvSpPr/>
          <p:nvPr/>
        </p:nvSpPr>
        <p:spPr>
          <a:xfrm>
            <a:off x="438912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4" name="Oval 3453"/>
          <p:cNvSpPr/>
          <p:nvPr/>
        </p:nvSpPr>
        <p:spPr>
          <a:xfrm>
            <a:off x="603504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5" name="Oval 3454"/>
          <p:cNvSpPr/>
          <p:nvPr/>
        </p:nvSpPr>
        <p:spPr>
          <a:xfrm>
            <a:off x="768096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6" name="Oval 3455"/>
          <p:cNvSpPr/>
          <p:nvPr/>
        </p:nvSpPr>
        <p:spPr>
          <a:xfrm>
            <a:off x="932688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7" name="Oval 3456"/>
          <p:cNvSpPr/>
          <p:nvPr/>
        </p:nvSpPr>
        <p:spPr>
          <a:xfrm>
            <a:off x="1097280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8" name="Oval 3457"/>
          <p:cNvSpPr/>
          <p:nvPr/>
        </p:nvSpPr>
        <p:spPr>
          <a:xfrm>
            <a:off x="1261872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9" name="Oval 3458"/>
          <p:cNvSpPr/>
          <p:nvPr/>
        </p:nvSpPr>
        <p:spPr>
          <a:xfrm>
            <a:off x="1426464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0" name="Oval 3459"/>
          <p:cNvSpPr/>
          <p:nvPr/>
        </p:nvSpPr>
        <p:spPr>
          <a:xfrm>
            <a:off x="1591056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1" name="Oval 3460"/>
          <p:cNvSpPr/>
          <p:nvPr/>
        </p:nvSpPr>
        <p:spPr>
          <a:xfrm>
            <a:off x="1755648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2" name="Oval 3461"/>
          <p:cNvSpPr/>
          <p:nvPr/>
        </p:nvSpPr>
        <p:spPr>
          <a:xfrm>
            <a:off x="1920240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3" name="Oval 3462"/>
          <p:cNvSpPr/>
          <p:nvPr/>
        </p:nvSpPr>
        <p:spPr>
          <a:xfrm>
            <a:off x="2084832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4" name="Oval 3463"/>
          <p:cNvSpPr/>
          <p:nvPr/>
        </p:nvSpPr>
        <p:spPr>
          <a:xfrm>
            <a:off x="2249424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5" name="Oval 3464"/>
          <p:cNvSpPr/>
          <p:nvPr/>
        </p:nvSpPr>
        <p:spPr>
          <a:xfrm>
            <a:off x="2414016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6" name="Oval 3465"/>
          <p:cNvSpPr/>
          <p:nvPr/>
        </p:nvSpPr>
        <p:spPr>
          <a:xfrm>
            <a:off x="2578608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7" name="Oval 3466"/>
          <p:cNvSpPr/>
          <p:nvPr/>
        </p:nvSpPr>
        <p:spPr>
          <a:xfrm>
            <a:off x="2743200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8" name="Oval 3467"/>
          <p:cNvSpPr/>
          <p:nvPr/>
        </p:nvSpPr>
        <p:spPr>
          <a:xfrm>
            <a:off x="2907792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9" name="Oval 3468"/>
          <p:cNvSpPr/>
          <p:nvPr/>
        </p:nvSpPr>
        <p:spPr>
          <a:xfrm>
            <a:off x="3072384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0" name="Oval 3469"/>
          <p:cNvSpPr/>
          <p:nvPr/>
        </p:nvSpPr>
        <p:spPr>
          <a:xfrm>
            <a:off x="3236976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1" name="Oval 3470"/>
          <p:cNvSpPr/>
          <p:nvPr/>
        </p:nvSpPr>
        <p:spPr>
          <a:xfrm>
            <a:off x="3401568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2" name="Oval 3471"/>
          <p:cNvSpPr/>
          <p:nvPr/>
        </p:nvSpPr>
        <p:spPr>
          <a:xfrm>
            <a:off x="3566160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3" name="Oval 3472"/>
          <p:cNvSpPr/>
          <p:nvPr/>
        </p:nvSpPr>
        <p:spPr>
          <a:xfrm>
            <a:off x="3730752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4" name="Oval 3473"/>
          <p:cNvSpPr/>
          <p:nvPr/>
        </p:nvSpPr>
        <p:spPr>
          <a:xfrm>
            <a:off x="3895344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5" name="Oval 3474"/>
          <p:cNvSpPr/>
          <p:nvPr/>
        </p:nvSpPr>
        <p:spPr>
          <a:xfrm>
            <a:off x="4059936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6" name="Oval 3475"/>
          <p:cNvSpPr/>
          <p:nvPr/>
        </p:nvSpPr>
        <p:spPr>
          <a:xfrm>
            <a:off x="4224528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7" name="Oval 3476"/>
          <p:cNvSpPr/>
          <p:nvPr/>
        </p:nvSpPr>
        <p:spPr>
          <a:xfrm>
            <a:off x="4389120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8" name="Oval 3477"/>
          <p:cNvSpPr/>
          <p:nvPr/>
        </p:nvSpPr>
        <p:spPr>
          <a:xfrm>
            <a:off x="4553712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9" name="Oval 3478"/>
          <p:cNvSpPr/>
          <p:nvPr/>
        </p:nvSpPr>
        <p:spPr>
          <a:xfrm>
            <a:off x="4718304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0" name="Oval 3479"/>
          <p:cNvSpPr/>
          <p:nvPr/>
        </p:nvSpPr>
        <p:spPr>
          <a:xfrm>
            <a:off x="4882896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1" name="Oval 3480"/>
          <p:cNvSpPr/>
          <p:nvPr/>
        </p:nvSpPr>
        <p:spPr>
          <a:xfrm>
            <a:off x="5047488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2" name="Oval 3481"/>
          <p:cNvSpPr/>
          <p:nvPr/>
        </p:nvSpPr>
        <p:spPr>
          <a:xfrm>
            <a:off x="5212080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3" name="Oval 3482"/>
          <p:cNvSpPr/>
          <p:nvPr/>
        </p:nvSpPr>
        <p:spPr>
          <a:xfrm>
            <a:off x="5376672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4" name="Oval 3483"/>
          <p:cNvSpPr/>
          <p:nvPr/>
        </p:nvSpPr>
        <p:spPr>
          <a:xfrm>
            <a:off x="5541264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5" name="Oval 3484"/>
          <p:cNvSpPr/>
          <p:nvPr/>
        </p:nvSpPr>
        <p:spPr>
          <a:xfrm>
            <a:off x="5705856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6" name="Oval 3485"/>
          <p:cNvSpPr/>
          <p:nvPr/>
        </p:nvSpPr>
        <p:spPr>
          <a:xfrm>
            <a:off x="5870448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7" name="Oval 3486"/>
          <p:cNvSpPr/>
          <p:nvPr/>
        </p:nvSpPr>
        <p:spPr>
          <a:xfrm>
            <a:off x="6035040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8" name="Oval 3487"/>
          <p:cNvSpPr/>
          <p:nvPr/>
        </p:nvSpPr>
        <p:spPr>
          <a:xfrm>
            <a:off x="6199632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9" name="Oval 3488"/>
          <p:cNvSpPr/>
          <p:nvPr/>
        </p:nvSpPr>
        <p:spPr>
          <a:xfrm>
            <a:off x="6364224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0" name="Oval 3489"/>
          <p:cNvSpPr/>
          <p:nvPr/>
        </p:nvSpPr>
        <p:spPr>
          <a:xfrm>
            <a:off x="6528816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1" name="Oval 3490"/>
          <p:cNvSpPr/>
          <p:nvPr/>
        </p:nvSpPr>
        <p:spPr>
          <a:xfrm>
            <a:off x="6693408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2" name="Oval 3491"/>
          <p:cNvSpPr/>
          <p:nvPr/>
        </p:nvSpPr>
        <p:spPr>
          <a:xfrm>
            <a:off x="6858000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3" name="Oval 3492"/>
          <p:cNvSpPr/>
          <p:nvPr/>
        </p:nvSpPr>
        <p:spPr>
          <a:xfrm>
            <a:off x="7022592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4" name="Oval 3493"/>
          <p:cNvSpPr/>
          <p:nvPr/>
        </p:nvSpPr>
        <p:spPr>
          <a:xfrm>
            <a:off x="7187184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5" name="Oval 3494"/>
          <p:cNvSpPr/>
          <p:nvPr/>
        </p:nvSpPr>
        <p:spPr>
          <a:xfrm>
            <a:off x="7351776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6" name="Oval 3495"/>
          <p:cNvSpPr/>
          <p:nvPr/>
        </p:nvSpPr>
        <p:spPr>
          <a:xfrm>
            <a:off x="7516368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7" name="Oval 3496"/>
          <p:cNvSpPr/>
          <p:nvPr/>
        </p:nvSpPr>
        <p:spPr>
          <a:xfrm>
            <a:off x="7680960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8" name="Oval 3497"/>
          <p:cNvSpPr/>
          <p:nvPr/>
        </p:nvSpPr>
        <p:spPr>
          <a:xfrm>
            <a:off x="7845552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9" name="Oval 3498"/>
          <p:cNvSpPr/>
          <p:nvPr/>
        </p:nvSpPr>
        <p:spPr>
          <a:xfrm>
            <a:off x="8010144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0" name="Oval 3499"/>
          <p:cNvSpPr/>
          <p:nvPr/>
        </p:nvSpPr>
        <p:spPr>
          <a:xfrm>
            <a:off x="8174736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1" name="Oval 3500"/>
          <p:cNvSpPr/>
          <p:nvPr/>
        </p:nvSpPr>
        <p:spPr>
          <a:xfrm>
            <a:off x="8339328" y="1163116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2" name="Oval 3501"/>
          <p:cNvSpPr/>
          <p:nvPr/>
        </p:nvSpPr>
        <p:spPr>
          <a:xfrm>
            <a:off x="274320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3" name="Oval 3502"/>
          <p:cNvSpPr/>
          <p:nvPr/>
        </p:nvSpPr>
        <p:spPr>
          <a:xfrm>
            <a:off x="438912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4" name="Oval 3503"/>
          <p:cNvSpPr/>
          <p:nvPr/>
        </p:nvSpPr>
        <p:spPr>
          <a:xfrm>
            <a:off x="603504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5" name="Oval 3504"/>
          <p:cNvSpPr/>
          <p:nvPr/>
        </p:nvSpPr>
        <p:spPr>
          <a:xfrm>
            <a:off x="768096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6" name="Oval 3505"/>
          <p:cNvSpPr/>
          <p:nvPr/>
        </p:nvSpPr>
        <p:spPr>
          <a:xfrm>
            <a:off x="932688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7" name="Oval 3506"/>
          <p:cNvSpPr/>
          <p:nvPr/>
        </p:nvSpPr>
        <p:spPr>
          <a:xfrm>
            <a:off x="1097280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8" name="Oval 3507"/>
          <p:cNvSpPr/>
          <p:nvPr/>
        </p:nvSpPr>
        <p:spPr>
          <a:xfrm>
            <a:off x="1261872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9" name="Oval 3508"/>
          <p:cNvSpPr/>
          <p:nvPr/>
        </p:nvSpPr>
        <p:spPr>
          <a:xfrm>
            <a:off x="1426464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0" name="Oval 3509"/>
          <p:cNvSpPr/>
          <p:nvPr/>
        </p:nvSpPr>
        <p:spPr>
          <a:xfrm>
            <a:off x="1591056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1" name="Oval 3510"/>
          <p:cNvSpPr/>
          <p:nvPr/>
        </p:nvSpPr>
        <p:spPr>
          <a:xfrm>
            <a:off x="1755648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2" name="Oval 3511"/>
          <p:cNvSpPr/>
          <p:nvPr/>
        </p:nvSpPr>
        <p:spPr>
          <a:xfrm>
            <a:off x="1920240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3" name="Oval 3512"/>
          <p:cNvSpPr/>
          <p:nvPr/>
        </p:nvSpPr>
        <p:spPr>
          <a:xfrm>
            <a:off x="2084832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4" name="Oval 3513"/>
          <p:cNvSpPr/>
          <p:nvPr/>
        </p:nvSpPr>
        <p:spPr>
          <a:xfrm>
            <a:off x="2249424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5" name="Oval 3514"/>
          <p:cNvSpPr/>
          <p:nvPr/>
        </p:nvSpPr>
        <p:spPr>
          <a:xfrm>
            <a:off x="2414016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6" name="Oval 3515"/>
          <p:cNvSpPr/>
          <p:nvPr/>
        </p:nvSpPr>
        <p:spPr>
          <a:xfrm>
            <a:off x="2578608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7" name="Oval 3516"/>
          <p:cNvSpPr/>
          <p:nvPr/>
        </p:nvSpPr>
        <p:spPr>
          <a:xfrm>
            <a:off x="2743200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8" name="Oval 3517"/>
          <p:cNvSpPr/>
          <p:nvPr/>
        </p:nvSpPr>
        <p:spPr>
          <a:xfrm>
            <a:off x="2907792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9" name="Oval 3518"/>
          <p:cNvSpPr/>
          <p:nvPr/>
        </p:nvSpPr>
        <p:spPr>
          <a:xfrm>
            <a:off x="3072384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0" name="Oval 3519"/>
          <p:cNvSpPr/>
          <p:nvPr/>
        </p:nvSpPr>
        <p:spPr>
          <a:xfrm>
            <a:off x="3236976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1" name="Oval 3520"/>
          <p:cNvSpPr/>
          <p:nvPr/>
        </p:nvSpPr>
        <p:spPr>
          <a:xfrm>
            <a:off x="3401568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2" name="Oval 3521"/>
          <p:cNvSpPr/>
          <p:nvPr/>
        </p:nvSpPr>
        <p:spPr>
          <a:xfrm>
            <a:off x="3566160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3" name="Oval 3522"/>
          <p:cNvSpPr/>
          <p:nvPr/>
        </p:nvSpPr>
        <p:spPr>
          <a:xfrm>
            <a:off x="3730752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4" name="Oval 3523"/>
          <p:cNvSpPr/>
          <p:nvPr/>
        </p:nvSpPr>
        <p:spPr>
          <a:xfrm>
            <a:off x="3895344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5" name="Oval 3524"/>
          <p:cNvSpPr/>
          <p:nvPr/>
        </p:nvSpPr>
        <p:spPr>
          <a:xfrm>
            <a:off x="4059936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6" name="Oval 3525"/>
          <p:cNvSpPr/>
          <p:nvPr/>
        </p:nvSpPr>
        <p:spPr>
          <a:xfrm>
            <a:off x="4224528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7" name="Oval 3526"/>
          <p:cNvSpPr/>
          <p:nvPr/>
        </p:nvSpPr>
        <p:spPr>
          <a:xfrm>
            <a:off x="4389120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8" name="Oval 3527"/>
          <p:cNvSpPr/>
          <p:nvPr/>
        </p:nvSpPr>
        <p:spPr>
          <a:xfrm>
            <a:off x="4553712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9" name="Oval 3528"/>
          <p:cNvSpPr/>
          <p:nvPr/>
        </p:nvSpPr>
        <p:spPr>
          <a:xfrm>
            <a:off x="4718304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0" name="Oval 3529"/>
          <p:cNvSpPr/>
          <p:nvPr/>
        </p:nvSpPr>
        <p:spPr>
          <a:xfrm>
            <a:off x="4882896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1" name="Oval 3530"/>
          <p:cNvSpPr/>
          <p:nvPr/>
        </p:nvSpPr>
        <p:spPr>
          <a:xfrm>
            <a:off x="5047488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2" name="Oval 3531"/>
          <p:cNvSpPr/>
          <p:nvPr/>
        </p:nvSpPr>
        <p:spPr>
          <a:xfrm>
            <a:off x="5212080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3" name="Oval 3532"/>
          <p:cNvSpPr/>
          <p:nvPr/>
        </p:nvSpPr>
        <p:spPr>
          <a:xfrm>
            <a:off x="5376672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4" name="Oval 3533"/>
          <p:cNvSpPr/>
          <p:nvPr/>
        </p:nvSpPr>
        <p:spPr>
          <a:xfrm>
            <a:off x="5541264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5" name="Oval 3534"/>
          <p:cNvSpPr/>
          <p:nvPr/>
        </p:nvSpPr>
        <p:spPr>
          <a:xfrm>
            <a:off x="5705856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6" name="Oval 3535"/>
          <p:cNvSpPr/>
          <p:nvPr/>
        </p:nvSpPr>
        <p:spPr>
          <a:xfrm>
            <a:off x="5870448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7" name="Oval 3536"/>
          <p:cNvSpPr/>
          <p:nvPr/>
        </p:nvSpPr>
        <p:spPr>
          <a:xfrm>
            <a:off x="6035040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8" name="Oval 3537"/>
          <p:cNvSpPr/>
          <p:nvPr/>
        </p:nvSpPr>
        <p:spPr>
          <a:xfrm>
            <a:off x="6199632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9" name="Oval 3538"/>
          <p:cNvSpPr/>
          <p:nvPr/>
        </p:nvSpPr>
        <p:spPr>
          <a:xfrm>
            <a:off x="6364224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0" name="Oval 3539"/>
          <p:cNvSpPr/>
          <p:nvPr/>
        </p:nvSpPr>
        <p:spPr>
          <a:xfrm>
            <a:off x="6528816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1" name="Oval 3540"/>
          <p:cNvSpPr/>
          <p:nvPr/>
        </p:nvSpPr>
        <p:spPr>
          <a:xfrm>
            <a:off x="6693408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2" name="Oval 3541"/>
          <p:cNvSpPr/>
          <p:nvPr/>
        </p:nvSpPr>
        <p:spPr>
          <a:xfrm>
            <a:off x="6858000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3" name="Oval 3542"/>
          <p:cNvSpPr/>
          <p:nvPr/>
        </p:nvSpPr>
        <p:spPr>
          <a:xfrm>
            <a:off x="7022592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4" name="Oval 3543"/>
          <p:cNvSpPr/>
          <p:nvPr/>
        </p:nvSpPr>
        <p:spPr>
          <a:xfrm>
            <a:off x="7187184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5" name="Oval 3544"/>
          <p:cNvSpPr/>
          <p:nvPr/>
        </p:nvSpPr>
        <p:spPr>
          <a:xfrm>
            <a:off x="7351776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6" name="Oval 3545"/>
          <p:cNvSpPr/>
          <p:nvPr/>
        </p:nvSpPr>
        <p:spPr>
          <a:xfrm>
            <a:off x="7516368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7" name="Oval 3546"/>
          <p:cNvSpPr/>
          <p:nvPr/>
        </p:nvSpPr>
        <p:spPr>
          <a:xfrm>
            <a:off x="7680960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8" name="Oval 3547"/>
          <p:cNvSpPr/>
          <p:nvPr/>
        </p:nvSpPr>
        <p:spPr>
          <a:xfrm>
            <a:off x="7845552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9" name="Oval 3548"/>
          <p:cNvSpPr/>
          <p:nvPr/>
        </p:nvSpPr>
        <p:spPr>
          <a:xfrm>
            <a:off x="8010144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0" name="Oval 3549"/>
          <p:cNvSpPr/>
          <p:nvPr/>
        </p:nvSpPr>
        <p:spPr>
          <a:xfrm>
            <a:off x="8174736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1" name="Oval 3550"/>
          <p:cNvSpPr/>
          <p:nvPr/>
        </p:nvSpPr>
        <p:spPr>
          <a:xfrm>
            <a:off x="8339328" y="1179576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2" name="Oval 3551"/>
          <p:cNvSpPr/>
          <p:nvPr/>
        </p:nvSpPr>
        <p:spPr>
          <a:xfrm>
            <a:off x="274320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3" name="Oval 3552"/>
          <p:cNvSpPr/>
          <p:nvPr/>
        </p:nvSpPr>
        <p:spPr>
          <a:xfrm>
            <a:off x="438912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4" name="Oval 3553"/>
          <p:cNvSpPr/>
          <p:nvPr/>
        </p:nvSpPr>
        <p:spPr>
          <a:xfrm>
            <a:off x="603504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5" name="Oval 3554"/>
          <p:cNvSpPr/>
          <p:nvPr/>
        </p:nvSpPr>
        <p:spPr>
          <a:xfrm>
            <a:off x="768096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6" name="Oval 3555"/>
          <p:cNvSpPr/>
          <p:nvPr/>
        </p:nvSpPr>
        <p:spPr>
          <a:xfrm>
            <a:off x="932688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7" name="Oval 3556"/>
          <p:cNvSpPr/>
          <p:nvPr/>
        </p:nvSpPr>
        <p:spPr>
          <a:xfrm>
            <a:off x="1097280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8" name="Oval 3557"/>
          <p:cNvSpPr/>
          <p:nvPr/>
        </p:nvSpPr>
        <p:spPr>
          <a:xfrm>
            <a:off x="1261872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9" name="Oval 3558"/>
          <p:cNvSpPr/>
          <p:nvPr/>
        </p:nvSpPr>
        <p:spPr>
          <a:xfrm>
            <a:off x="1426464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0" name="Oval 3559"/>
          <p:cNvSpPr/>
          <p:nvPr/>
        </p:nvSpPr>
        <p:spPr>
          <a:xfrm>
            <a:off x="1591056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1" name="Oval 3560"/>
          <p:cNvSpPr/>
          <p:nvPr/>
        </p:nvSpPr>
        <p:spPr>
          <a:xfrm>
            <a:off x="1755648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2" name="Oval 3561"/>
          <p:cNvSpPr/>
          <p:nvPr/>
        </p:nvSpPr>
        <p:spPr>
          <a:xfrm>
            <a:off x="1920240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3" name="Oval 3562"/>
          <p:cNvSpPr/>
          <p:nvPr/>
        </p:nvSpPr>
        <p:spPr>
          <a:xfrm>
            <a:off x="2084832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4" name="Oval 3563"/>
          <p:cNvSpPr/>
          <p:nvPr/>
        </p:nvSpPr>
        <p:spPr>
          <a:xfrm>
            <a:off x="2249424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5" name="Oval 3564"/>
          <p:cNvSpPr/>
          <p:nvPr/>
        </p:nvSpPr>
        <p:spPr>
          <a:xfrm>
            <a:off x="2414016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6" name="Oval 3565"/>
          <p:cNvSpPr/>
          <p:nvPr/>
        </p:nvSpPr>
        <p:spPr>
          <a:xfrm>
            <a:off x="2578608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7" name="Oval 3566"/>
          <p:cNvSpPr/>
          <p:nvPr/>
        </p:nvSpPr>
        <p:spPr>
          <a:xfrm>
            <a:off x="2743200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8" name="Oval 3567"/>
          <p:cNvSpPr/>
          <p:nvPr/>
        </p:nvSpPr>
        <p:spPr>
          <a:xfrm>
            <a:off x="2907792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9" name="Oval 3568"/>
          <p:cNvSpPr/>
          <p:nvPr/>
        </p:nvSpPr>
        <p:spPr>
          <a:xfrm>
            <a:off x="3072384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0" name="Oval 3569"/>
          <p:cNvSpPr/>
          <p:nvPr/>
        </p:nvSpPr>
        <p:spPr>
          <a:xfrm>
            <a:off x="3236976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1" name="Oval 3570"/>
          <p:cNvSpPr/>
          <p:nvPr/>
        </p:nvSpPr>
        <p:spPr>
          <a:xfrm>
            <a:off x="3401568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2" name="Oval 3571"/>
          <p:cNvSpPr/>
          <p:nvPr/>
        </p:nvSpPr>
        <p:spPr>
          <a:xfrm>
            <a:off x="3566160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3" name="Oval 3572"/>
          <p:cNvSpPr/>
          <p:nvPr/>
        </p:nvSpPr>
        <p:spPr>
          <a:xfrm>
            <a:off x="3730752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4" name="Oval 3573"/>
          <p:cNvSpPr/>
          <p:nvPr/>
        </p:nvSpPr>
        <p:spPr>
          <a:xfrm>
            <a:off x="3895344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5" name="Oval 3574"/>
          <p:cNvSpPr/>
          <p:nvPr/>
        </p:nvSpPr>
        <p:spPr>
          <a:xfrm>
            <a:off x="4059936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6" name="Oval 3575"/>
          <p:cNvSpPr/>
          <p:nvPr/>
        </p:nvSpPr>
        <p:spPr>
          <a:xfrm>
            <a:off x="4224528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7" name="Oval 3576"/>
          <p:cNvSpPr/>
          <p:nvPr/>
        </p:nvSpPr>
        <p:spPr>
          <a:xfrm>
            <a:off x="4389120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8" name="Oval 3577"/>
          <p:cNvSpPr/>
          <p:nvPr/>
        </p:nvSpPr>
        <p:spPr>
          <a:xfrm>
            <a:off x="4553712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9" name="Oval 3578"/>
          <p:cNvSpPr/>
          <p:nvPr/>
        </p:nvSpPr>
        <p:spPr>
          <a:xfrm>
            <a:off x="4718304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0" name="Oval 3579"/>
          <p:cNvSpPr/>
          <p:nvPr/>
        </p:nvSpPr>
        <p:spPr>
          <a:xfrm>
            <a:off x="4882896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1" name="Oval 3580"/>
          <p:cNvSpPr/>
          <p:nvPr/>
        </p:nvSpPr>
        <p:spPr>
          <a:xfrm>
            <a:off x="5047488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2" name="Oval 3581"/>
          <p:cNvSpPr/>
          <p:nvPr/>
        </p:nvSpPr>
        <p:spPr>
          <a:xfrm>
            <a:off x="5212080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3" name="Oval 3582"/>
          <p:cNvSpPr/>
          <p:nvPr/>
        </p:nvSpPr>
        <p:spPr>
          <a:xfrm>
            <a:off x="5376672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4" name="Oval 3583"/>
          <p:cNvSpPr/>
          <p:nvPr/>
        </p:nvSpPr>
        <p:spPr>
          <a:xfrm>
            <a:off x="5541264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5" name="Oval 3584"/>
          <p:cNvSpPr/>
          <p:nvPr/>
        </p:nvSpPr>
        <p:spPr>
          <a:xfrm>
            <a:off x="5705856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6" name="Oval 3585"/>
          <p:cNvSpPr/>
          <p:nvPr/>
        </p:nvSpPr>
        <p:spPr>
          <a:xfrm>
            <a:off x="5870448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7" name="Oval 3586"/>
          <p:cNvSpPr/>
          <p:nvPr/>
        </p:nvSpPr>
        <p:spPr>
          <a:xfrm>
            <a:off x="6035040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8" name="Oval 3587"/>
          <p:cNvSpPr/>
          <p:nvPr/>
        </p:nvSpPr>
        <p:spPr>
          <a:xfrm>
            <a:off x="6199632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9" name="Oval 3588"/>
          <p:cNvSpPr/>
          <p:nvPr/>
        </p:nvSpPr>
        <p:spPr>
          <a:xfrm>
            <a:off x="6364224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0" name="Oval 3589"/>
          <p:cNvSpPr/>
          <p:nvPr/>
        </p:nvSpPr>
        <p:spPr>
          <a:xfrm>
            <a:off x="6528816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1" name="Oval 3590"/>
          <p:cNvSpPr/>
          <p:nvPr/>
        </p:nvSpPr>
        <p:spPr>
          <a:xfrm>
            <a:off x="6693408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2" name="Oval 3591"/>
          <p:cNvSpPr/>
          <p:nvPr/>
        </p:nvSpPr>
        <p:spPr>
          <a:xfrm>
            <a:off x="6858000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3" name="Oval 3592"/>
          <p:cNvSpPr/>
          <p:nvPr/>
        </p:nvSpPr>
        <p:spPr>
          <a:xfrm>
            <a:off x="7022592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4" name="Oval 3593"/>
          <p:cNvSpPr/>
          <p:nvPr/>
        </p:nvSpPr>
        <p:spPr>
          <a:xfrm>
            <a:off x="7187184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5" name="Oval 3594"/>
          <p:cNvSpPr/>
          <p:nvPr/>
        </p:nvSpPr>
        <p:spPr>
          <a:xfrm>
            <a:off x="7351776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6" name="Oval 3595"/>
          <p:cNvSpPr/>
          <p:nvPr/>
        </p:nvSpPr>
        <p:spPr>
          <a:xfrm>
            <a:off x="7516368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7" name="Oval 3596"/>
          <p:cNvSpPr/>
          <p:nvPr/>
        </p:nvSpPr>
        <p:spPr>
          <a:xfrm>
            <a:off x="7680960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8" name="Oval 3597"/>
          <p:cNvSpPr/>
          <p:nvPr/>
        </p:nvSpPr>
        <p:spPr>
          <a:xfrm>
            <a:off x="7845552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9" name="Oval 3598"/>
          <p:cNvSpPr/>
          <p:nvPr/>
        </p:nvSpPr>
        <p:spPr>
          <a:xfrm>
            <a:off x="8010144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0" name="Oval 3599"/>
          <p:cNvSpPr/>
          <p:nvPr/>
        </p:nvSpPr>
        <p:spPr>
          <a:xfrm>
            <a:off x="8174736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1" name="Oval 3600"/>
          <p:cNvSpPr/>
          <p:nvPr/>
        </p:nvSpPr>
        <p:spPr>
          <a:xfrm>
            <a:off x="8339328" y="1196035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2" name="Oval 3601"/>
          <p:cNvSpPr/>
          <p:nvPr/>
        </p:nvSpPr>
        <p:spPr>
          <a:xfrm>
            <a:off x="274320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3" name="Oval 3602"/>
          <p:cNvSpPr/>
          <p:nvPr/>
        </p:nvSpPr>
        <p:spPr>
          <a:xfrm>
            <a:off x="438912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4" name="Oval 3603"/>
          <p:cNvSpPr/>
          <p:nvPr/>
        </p:nvSpPr>
        <p:spPr>
          <a:xfrm>
            <a:off x="603504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5" name="Oval 3604"/>
          <p:cNvSpPr/>
          <p:nvPr/>
        </p:nvSpPr>
        <p:spPr>
          <a:xfrm>
            <a:off x="768096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6" name="Oval 3605"/>
          <p:cNvSpPr/>
          <p:nvPr/>
        </p:nvSpPr>
        <p:spPr>
          <a:xfrm>
            <a:off x="932688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7" name="Oval 3606"/>
          <p:cNvSpPr/>
          <p:nvPr/>
        </p:nvSpPr>
        <p:spPr>
          <a:xfrm>
            <a:off x="1097280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8" name="Oval 3607"/>
          <p:cNvSpPr/>
          <p:nvPr/>
        </p:nvSpPr>
        <p:spPr>
          <a:xfrm>
            <a:off x="1261872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9" name="Oval 3608"/>
          <p:cNvSpPr/>
          <p:nvPr/>
        </p:nvSpPr>
        <p:spPr>
          <a:xfrm>
            <a:off x="1426464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0" name="Oval 3609"/>
          <p:cNvSpPr/>
          <p:nvPr/>
        </p:nvSpPr>
        <p:spPr>
          <a:xfrm>
            <a:off x="1591056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1" name="Oval 3610"/>
          <p:cNvSpPr/>
          <p:nvPr/>
        </p:nvSpPr>
        <p:spPr>
          <a:xfrm>
            <a:off x="1755648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2" name="Oval 3611"/>
          <p:cNvSpPr/>
          <p:nvPr/>
        </p:nvSpPr>
        <p:spPr>
          <a:xfrm>
            <a:off x="1920240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3" name="Oval 3612"/>
          <p:cNvSpPr/>
          <p:nvPr/>
        </p:nvSpPr>
        <p:spPr>
          <a:xfrm>
            <a:off x="2084832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4" name="Oval 3613"/>
          <p:cNvSpPr/>
          <p:nvPr/>
        </p:nvSpPr>
        <p:spPr>
          <a:xfrm>
            <a:off x="2249424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5" name="Oval 3614"/>
          <p:cNvSpPr/>
          <p:nvPr/>
        </p:nvSpPr>
        <p:spPr>
          <a:xfrm>
            <a:off x="2414016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6" name="Oval 3615"/>
          <p:cNvSpPr/>
          <p:nvPr/>
        </p:nvSpPr>
        <p:spPr>
          <a:xfrm>
            <a:off x="2578608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7" name="Oval 3616"/>
          <p:cNvSpPr/>
          <p:nvPr/>
        </p:nvSpPr>
        <p:spPr>
          <a:xfrm>
            <a:off x="2743200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8" name="Oval 3617"/>
          <p:cNvSpPr/>
          <p:nvPr/>
        </p:nvSpPr>
        <p:spPr>
          <a:xfrm>
            <a:off x="2907792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9" name="Oval 3618"/>
          <p:cNvSpPr/>
          <p:nvPr/>
        </p:nvSpPr>
        <p:spPr>
          <a:xfrm>
            <a:off x="3072384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0" name="Oval 3619"/>
          <p:cNvSpPr/>
          <p:nvPr/>
        </p:nvSpPr>
        <p:spPr>
          <a:xfrm>
            <a:off x="3236976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1" name="Oval 3620"/>
          <p:cNvSpPr/>
          <p:nvPr/>
        </p:nvSpPr>
        <p:spPr>
          <a:xfrm>
            <a:off x="3401568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2" name="Oval 3621"/>
          <p:cNvSpPr/>
          <p:nvPr/>
        </p:nvSpPr>
        <p:spPr>
          <a:xfrm>
            <a:off x="3566160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3" name="Oval 3622"/>
          <p:cNvSpPr/>
          <p:nvPr/>
        </p:nvSpPr>
        <p:spPr>
          <a:xfrm>
            <a:off x="3730752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4" name="Oval 3623"/>
          <p:cNvSpPr/>
          <p:nvPr/>
        </p:nvSpPr>
        <p:spPr>
          <a:xfrm>
            <a:off x="3895344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5" name="Oval 3624"/>
          <p:cNvSpPr/>
          <p:nvPr/>
        </p:nvSpPr>
        <p:spPr>
          <a:xfrm>
            <a:off x="4059936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6" name="Oval 3625"/>
          <p:cNvSpPr/>
          <p:nvPr/>
        </p:nvSpPr>
        <p:spPr>
          <a:xfrm>
            <a:off x="4224528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7" name="Oval 3626"/>
          <p:cNvSpPr/>
          <p:nvPr/>
        </p:nvSpPr>
        <p:spPr>
          <a:xfrm>
            <a:off x="4389120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8" name="Oval 3627"/>
          <p:cNvSpPr/>
          <p:nvPr/>
        </p:nvSpPr>
        <p:spPr>
          <a:xfrm>
            <a:off x="4553712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9" name="Oval 3628"/>
          <p:cNvSpPr/>
          <p:nvPr/>
        </p:nvSpPr>
        <p:spPr>
          <a:xfrm>
            <a:off x="4718304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0" name="Oval 3629"/>
          <p:cNvSpPr/>
          <p:nvPr/>
        </p:nvSpPr>
        <p:spPr>
          <a:xfrm>
            <a:off x="4882896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1" name="Oval 3630"/>
          <p:cNvSpPr/>
          <p:nvPr/>
        </p:nvSpPr>
        <p:spPr>
          <a:xfrm>
            <a:off x="5047488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2" name="Oval 3631"/>
          <p:cNvSpPr/>
          <p:nvPr/>
        </p:nvSpPr>
        <p:spPr>
          <a:xfrm>
            <a:off x="5212080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3" name="Oval 3632"/>
          <p:cNvSpPr/>
          <p:nvPr/>
        </p:nvSpPr>
        <p:spPr>
          <a:xfrm>
            <a:off x="5376672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4" name="Oval 3633"/>
          <p:cNvSpPr/>
          <p:nvPr/>
        </p:nvSpPr>
        <p:spPr>
          <a:xfrm>
            <a:off x="5541264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5" name="Oval 3634"/>
          <p:cNvSpPr/>
          <p:nvPr/>
        </p:nvSpPr>
        <p:spPr>
          <a:xfrm>
            <a:off x="5705856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6" name="Oval 3635"/>
          <p:cNvSpPr/>
          <p:nvPr/>
        </p:nvSpPr>
        <p:spPr>
          <a:xfrm>
            <a:off x="5870448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7" name="Oval 3636"/>
          <p:cNvSpPr/>
          <p:nvPr/>
        </p:nvSpPr>
        <p:spPr>
          <a:xfrm>
            <a:off x="6035040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8" name="Oval 3637"/>
          <p:cNvSpPr/>
          <p:nvPr/>
        </p:nvSpPr>
        <p:spPr>
          <a:xfrm>
            <a:off x="6199632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9" name="Oval 3638"/>
          <p:cNvSpPr/>
          <p:nvPr/>
        </p:nvSpPr>
        <p:spPr>
          <a:xfrm>
            <a:off x="6364224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0" name="Oval 3639"/>
          <p:cNvSpPr/>
          <p:nvPr/>
        </p:nvSpPr>
        <p:spPr>
          <a:xfrm>
            <a:off x="6528816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1" name="Oval 3640"/>
          <p:cNvSpPr/>
          <p:nvPr/>
        </p:nvSpPr>
        <p:spPr>
          <a:xfrm>
            <a:off x="6693408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2" name="Oval 3641"/>
          <p:cNvSpPr/>
          <p:nvPr/>
        </p:nvSpPr>
        <p:spPr>
          <a:xfrm>
            <a:off x="6858000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3" name="Oval 3642"/>
          <p:cNvSpPr/>
          <p:nvPr/>
        </p:nvSpPr>
        <p:spPr>
          <a:xfrm>
            <a:off x="7022592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4" name="Oval 3643"/>
          <p:cNvSpPr/>
          <p:nvPr/>
        </p:nvSpPr>
        <p:spPr>
          <a:xfrm>
            <a:off x="7187184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5" name="Oval 3644"/>
          <p:cNvSpPr/>
          <p:nvPr/>
        </p:nvSpPr>
        <p:spPr>
          <a:xfrm>
            <a:off x="7351776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6" name="Oval 3645"/>
          <p:cNvSpPr/>
          <p:nvPr/>
        </p:nvSpPr>
        <p:spPr>
          <a:xfrm>
            <a:off x="7516368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7" name="Oval 3646"/>
          <p:cNvSpPr/>
          <p:nvPr/>
        </p:nvSpPr>
        <p:spPr>
          <a:xfrm>
            <a:off x="7680960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8" name="Oval 3647"/>
          <p:cNvSpPr/>
          <p:nvPr/>
        </p:nvSpPr>
        <p:spPr>
          <a:xfrm>
            <a:off x="7845552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9" name="Oval 3648"/>
          <p:cNvSpPr/>
          <p:nvPr/>
        </p:nvSpPr>
        <p:spPr>
          <a:xfrm>
            <a:off x="8010144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0" name="Oval 3649"/>
          <p:cNvSpPr/>
          <p:nvPr/>
        </p:nvSpPr>
        <p:spPr>
          <a:xfrm>
            <a:off x="8174736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1" name="Oval 3650"/>
          <p:cNvSpPr/>
          <p:nvPr/>
        </p:nvSpPr>
        <p:spPr>
          <a:xfrm>
            <a:off x="8339328" y="1212494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2" name="Oval 3651"/>
          <p:cNvSpPr/>
          <p:nvPr/>
        </p:nvSpPr>
        <p:spPr>
          <a:xfrm>
            <a:off x="274320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3" name="Oval 3652"/>
          <p:cNvSpPr/>
          <p:nvPr/>
        </p:nvSpPr>
        <p:spPr>
          <a:xfrm>
            <a:off x="438912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4" name="Oval 3653"/>
          <p:cNvSpPr/>
          <p:nvPr/>
        </p:nvSpPr>
        <p:spPr>
          <a:xfrm>
            <a:off x="603504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5" name="Oval 3654"/>
          <p:cNvSpPr/>
          <p:nvPr/>
        </p:nvSpPr>
        <p:spPr>
          <a:xfrm>
            <a:off x="768096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6" name="Oval 3655"/>
          <p:cNvSpPr/>
          <p:nvPr/>
        </p:nvSpPr>
        <p:spPr>
          <a:xfrm>
            <a:off x="932688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7" name="Oval 3656"/>
          <p:cNvSpPr/>
          <p:nvPr/>
        </p:nvSpPr>
        <p:spPr>
          <a:xfrm>
            <a:off x="1097280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8" name="Oval 3657"/>
          <p:cNvSpPr/>
          <p:nvPr/>
        </p:nvSpPr>
        <p:spPr>
          <a:xfrm>
            <a:off x="1261872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9" name="Oval 3658"/>
          <p:cNvSpPr/>
          <p:nvPr/>
        </p:nvSpPr>
        <p:spPr>
          <a:xfrm>
            <a:off x="1426464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0" name="Oval 3659"/>
          <p:cNvSpPr/>
          <p:nvPr/>
        </p:nvSpPr>
        <p:spPr>
          <a:xfrm>
            <a:off x="1591056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1" name="Oval 3660"/>
          <p:cNvSpPr/>
          <p:nvPr/>
        </p:nvSpPr>
        <p:spPr>
          <a:xfrm>
            <a:off x="1755648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2" name="Oval 3661"/>
          <p:cNvSpPr/>
          <p:nvPr/>
        </p:nvSpPr>
        <p:spPr>
          <a:xfrm>
            <a:off x="1920240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3" name="Oval 3662"/>
          <p:cNvSpPr/>
          <p:nvPr/>
        </p:nvSpPr>
        <p:spPr>
          <a:xfrm>
            <a:off x="2084832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4" name="Oval 3663"/>
          <p:cNvSpPr/>
          <p:nvPr/>
        </p:nvSpPr>
        <p:spPr>
          <a:xfrm>
            <a:off x="2249424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5" name="Oval 3664"/>
          <p:cNvSpPr/>
          <p:nvPr/>
        </p:nvSpPr>
        <p:spPr>
          <a:xfrm>
            <a:off x="2414016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6" name="Oval 3665"/>
          <p:cNvSpPr/>
          <p:nvPr/>
        </p:nvSpPr>
        <p:spPr>
          <a:xfrm>
            <a:off x="2578608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7" name="Oval 3666"/>
          <p:cNvSpPr/>
          <p:nvPr/>
        </p:nvSpPr>
        <p:spPr>
          <a:xfrm>
            <a:off x="2743200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8" name="Oval 3667"/>
          <p:cNvSpPr/>
          <p:nvPr/>
        </p:nvSpPr>
        <p:spPr>
          <a:xfrm>
            <a:off x="2907792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9" name="Oval 3668"/>
          <p:cNvSpPr/>
          <p:nvPr/>
        </p:nvSpPr>
        <p:spPr>
          <a:xfrm>
            <a:off x="3072384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0" name="Oval 3669"/>
          <p:cNvSpPr/>
          <p:nvPr/>
        </p:nvSpPr>
        <p:spPr>
          <a:xfrm>
            <a:off x="3236976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1" name="Oval 3670"/>
          <p:cNvSpPr/>
          <p:nvPr/>
        </p:nvSpPr>
        <p:spPr>
          <a:xfrm>
            <a:off x="3401568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2" name="Oval 3671"/>
          <p:cNvSpPr/>
          <p:nvPr/>
        </p:nvSpPr>
        <p:spPr>
          <a:xfrm>
            <a:off x="3566160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3" name="Oval 3672"/>
          <p:cNvSpPr/>
          <p:nvPr/>
        </p:nvSpPr>
        <p:spPr>
          <a:xfrm>
            <a:off x="3730752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4" name="Oval 3673"/>
          <p:cNvSpPr/>
          <p:nvPr/>
        </p:nvSpPr>
        <p:spPr>
          <a:xfrm>
            <a:off x="3895344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5" name="Oval 3674"/>
          <p:cNvSpPr/>
          <p:nvPr/>
        </p:nvSpPr>
        <p:spPr>
          <a:xfrm>
            <a:off x="4059936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6" name="Oval 3675"/>
          <p:cNvSpPr/>
          <p:nvPr/>
        </p:nvSpPr>
        <p:spPr>
          <a:xfrm>
            <a:off x="4224528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7" name="Oval 3676"/>
          <p:cNvSpPr/>
          <p:nvPr/>
        </p:nvSpPr>
        <p:spPr>
          <a:xfrm>
            <a:off x="4389120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8" name="Oval 3677"/>
          <p:cNvSpPr/>
          <p:nvPr/>
        </p:nvSpPr>
        <p:spPr>
          <a:xfrm>
            <a:off x="4553712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9" name="Oval 3678"/>
          <p:cNvSpPr/>
          <p:nvPr/>
        </p:nvSpPr>
        <p:spPr>
          <a:xfrm>
            <a:off x="4718304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0" name="Oval 3679"/>
          <p:cNvSpPr/>
          <p:nvPr/>
        </p:nvSpPr>
        <p:spPr>
          <a:xfrm>
            <a:off x="4882896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1" name="Oval 3680"/>
          <p:cNvSpPr/>
          <p:nvPr/>
        </p:nvSpPr>
        <p:spPr>
          <a:xfrm>
            <a:off x="5047488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2" name="Oval 3681"/>
          <p:cNvSpPr/>
          <p:nvPr/>
        </p:nvSpPr>
        <p:spPr>
          <a:xfrm>
            <a:off x="5212080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3" name="Oval 3682"/>
          <p:cNvSpPr/>
          <p:nvPr/>
        </p:nvSpPr>
        <p:spPr>
          <a:xfrm>
            <a:off x="5376672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4" name="Oval 3683"/>
          <p:cNvSpPr/>
          <p:nvPr/>
        </p:nvSpPr>
        <p:spPr>
          <a:xfrm>
            <a:off x="5541264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5" name="Oval 3684"/>
          <p:cNvSpPr/>
          <p:nvPr/>
        </p:nvSpPr>
        <p:spPr>
          <a:xfrm>
            <a:off x="5705856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6" name="Oval 3685"/>
          <p:cNvSpPr/>
          <p:nvPr/>
        </p:nvSpPr>
        <p:spPr>
          <a:xfrm>
            <a:off x="5870448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7" name="Oval 3686"/>
          <p:cNvSpPr/>
          <p:nvPr/>
        </p:nvSpPr>
        <p:spPr>
          <a:xfrm>
            <a:off x="6035040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8" name="Oval 3687"/>
          <p:cNvSpPr/>
          <p:nvPr/>
        </p:nvSpPr>
        <p:spPr>
          <a:xfrm>
            <a:off x="6199632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9" name="Oval 3688"/>
          <p:cNvSpPr/>
          <p:nvPr/>
        </p:nvSpPr>
        <p:spPr>
          <a:xfrm>
            <a:off x="6364224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0" name="Oval 3689"/>
          <p:cNvSpPr/>
          <p:nvPr/>
        </p:nvSpPr>
        <p:spPr>
          <a:xfrm>
            <a:off x="6528816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1" name="Oval 3690"/>
          <p:cNvSpPr/>
          <p:nvPr/>
        </p:nvSpPr>
        <p:spPr>
          <a:xfrm>
            <a:off x="6693408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2" name="Oval 3691"/>
          <p:cNvSpPr/>
          <p:nvPr/>
        </p:nvSpPr>
        <p:spPr>
          <a:xfrm>
            <a:off x="6858000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3" name="Oval 3692"/>
          <p:cNvSpPr/>
          <p:nvPr/>
        </p:nvSpPr>
        <p:spPr>
          <a:xfrm>
            <a:off x="7022592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4" name="Oval 3693"/>
          <p:cNvSpPr/>
          <p:nvPr/>
        </p:nvSpPr>
        <p:spPr>
          <a:xfrm>
            <a:off x="7187184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5" name="Oval 3694"/>
          <p:cNvSpPr/>
          <p:nvPr/>
        </p:nvSpPr>
        <p:spPr>
          <a:xfrm>
            <a:off x="7351776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6" name="Oval 3695"/>
          <p:cNvSpPr/>
          <p:nvPr/>
        </p:nvSpPr>
        <p:spPr>
          <a:xfrm>
            <a:off x="7516368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7" name="Oval 3696"/>
          <p:cNvSpPr/>
          <p:nvPr/>
        </p:nvSpPr>
        <p:spPr>
          <a:xfrm>
            <a:off x="7680960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8" name="Oval 3697"/>
          <p:cNvSpPr/>
          <p:nvPr/>
        </p:nvSpPr>
        <p:spPr>
          <a:xfrm>
            <a:off x="7845552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9" name="Oval 3698"/>
          <p:cNvSpPr/>
          <p:nvPr/>
        </p:nvSpPr>
        <p:spPr>
          <a:xfrm>
            <a:off x="8010144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0" name="Oval 3699"/>
          <p:cNvSpPr/>
          <p:nvPr/>
        </p:nvSpPr>
        <p:spPr>
          <a:xfrm>
            <a:off x="8174736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1" name="Oval 3700"/>
          <p:cNvSpPr/>
          <p:nvPr/>
        </p:nvSpPr>
        <p:spPr>
          <a:xfrm>
            <a:off x="8339328" y="1228953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2" name="Oval 3701"/>
          <p:cNvSpPr/>
          <p:nvPr/>
        </p:nvSpPr>
        <p:spPr>
          <a:xfrm>
            <a:off x="274320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3" name="Oval 3702"/>
          <p:cNvSpPr/>
          <p:nvPr/>
        </p:nvSpPr>
        <p:spPr>
          <a:xfrm>
            <a:off x="438912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4" name="Oval 3703"/>
          <p:cNvSpPr/>
          <p:nvPr/>
        </p:nvSpPr>
        <p:spPr>
          <a:xfrm>
            <a:off x="603504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5" name="Oval 3704"/>
          <p:cNvSpPr/>
          <p:nvPr/>
        </p:nvSpPr>
        <p:spPr>
          <a:xfrm>
            <a:off x="768096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6" name="Oval 3705"/>
          <p:cNvSpPr/>
          <p:nvPr/>
        </p:nvSpPr>
        <p:spPr>
          <a:xfrm>
            <a:off x="932688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7" name="Oval 3706"/>
          <p:cNvSpPr/>
          <p:nvPr/>
        </p:nvSpPr>
        <p:spPr>
          <a:xfrm>
            <a:off x="1097280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8" name="Oval 3707"/>
          <p:cNvSpPr/>
          <p:nvPr/>
        </p:nvSpPr>
        <p:spPr>
          <a:xfrm>
            <a:off x="1261872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9" name="Oval 3708"/>
          <p:cNvSpPr/>
          <p:nvPr/>
        </p:nvSpPr>
        <p:spPr>
          <a:xfrm>
            <a:off x="1426464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0" name="Oval 3709"/>
          <p:cNvSpPr/>
          <p:nvPr/>
        </p:nvSpPr>
        <p:spPr>
          <a:xfrm>
            <a:off x="1591056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1" name="Oval 3710"/>
          <p:cNvSpPr/>
          <p:nvPr/>
        </p:nvSpPr>
        <p:spPr>
          <a:xfrm>
            <a:off x="1755648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2" name="Oval 3711"/>
          <p:cNvSpPr/>
          <p:nvPr/>
        </p:nvSpPr>
        <p:spPr>
          <a:xfrm>
            <a:off x="1920240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3" name="Oval 3712"/>
          <p:cNvSpPr/>
          <p:nvPr/>
        </p:nvSpPr>
        <p:spPr>
          <a:xfrm>
            <a:off x="2084832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4" name="Oval 3713"/>
          <p:cNvSpPr/>
          <p:nvPr/>
        </p:nvSpPr>
        <p:spPr>
          <a:xfrm>
            <a:off x="2249424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5" name="Oval 3714"/>
          <p:cNvSpPr/>
          <p:nvPr/>
        </p:nvSpPr>
        <p:spPr>
          <a:xfrm>
            <a:off x="2414016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6" name="Oval 3715"/>
          <p:cNvSpPr/>
          <p:nvPr/>
        </p:nvSpPr>
        <p:spPr>
          <a:xfrm>
            <a:off x="2578608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7" name="Oval 3716"/>
          <p:cNvSpPr/>
          <p:nvPr/>
        </p:nvSpPr>
        <p:spPr>
          <a:xfrm>
            <a:off x="2743200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8" name="Oval 3717"/>
          <p:cNvSpPr/>
          <p:nvPr/>
        </p:nvSpPr>
        <p:spPr>
          <a:xfrm>
            <a:off x="2907792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9" name="Oval 3718"/>
          <p:cNvSpPr/>
          <p:nvPr/>
        </p:nvSpPr>
        <p:spPr>
          <a:xfrm>
            <a:off x="3072384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0" name="Oval 3719"/>
          <p:cNvSpPr/>
          <p:nvPr/>
        </p:nvSpPr>
        <p:spPr>
          <a:xfrm>
            <a:off x="3236976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1" name="Oval 3720"/>
          <p:cNvSpPr/>
          <p:nvPr/>
        </p:nvSpPr>
        <p:spPr>
          <a:xfrm>
            <a:off x="3401568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2" name="Oval 3721"/>
          <p:cNvSpPr/>
          <p:nvPr/>
        </p:nvSpPr>
        <p:spPr>
          <a:xfrm>
            <a:off x="3566160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3" name="Oval 3722"/>
          <p:cNvSpPr/>
          <p:nvPr/>
        </p:nvSpPr>
        <p:spPr>
          <a:xfrm>
            <a:off x="3730752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4" name="Oval 3723"/>
          <p:cNvSpPr/>
          <p:nvPr/>
        </p:nvSpPr>
        <p:spPr>
          <a:xfrm>
            <a:off x="3895344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5" name="Oval 3724"/>
          <p:cNvSpPr/>
          <p:nvPr/>
        </p:nvSpPr>
        <p:spPr>
          <a:xfrm>
            <a:off x="4059936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6" name="Oval 3725"/>
          <p:cNvSpPr/>
          <p:nvPr/>
        </p:nvSpPr>
        <p:spPr>
          <a:xfrm>
            <a:off x="4224528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7" name="Oval 3726"/>
          <p:cNvSpPr/>
          <p:nvPr/>
        </p:nvSpPr>
        <p:spPr>
          <a:xfrm>
            <a:off x="4389120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8" name="Oval 3727"/>
          <p:cNvSpPr/>
          <p:nvPr/>
        </p:nvSpPr>
        <p:spPr>
          <a:xfrm>
            <a:off x="4553712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9" name="Oval 3728"/>
          <p:cNvSpPr/>
          <p:nvPr/>
        </p:nvSpPr>
        <p:spPr>
          <a:xfrm>
            <a:off x="4718304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0" name="Oval 3729"/>
          <p:cNvSpPr/>
          <p:nvPr/>
        </p:nvSpPr>
        <p:spPr>
          <a:xfrm>
            <a:off x="4882896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1" name="Oval 3730"/>
          <p:cNvSpPr/>
          <p:nvPr/>
        </p:nvSpPr>
        <p:spPr>
          <a:xfrm>
            <a:off x="5047488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2" name="Oval 3731"/>
          <p:cNvSpPr/>
          <p:nvPr/>
        </p:nvSpPr>
        <p:spPr>
          <a:xfrm>
            <a:off x="5212080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3" name="Oval 3732"/>
          <p:cNvSpPr/>
          <p:nvPr/>
        </p:nvSpPr>
        <p:spPr>
          <a:xfrm>
            <a:off x="5376672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4" name="Oval 3733"/>
          <p:cNvSpPr/>
          <p:nvPr/>
        </p:nvSpPr>
        <p:spPr>
          <a:xfrm>
            <a:off x="5541264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5" name="Oval 3734"/>
          <p:cNvSpPr/>
          <p:nvPr/>
        </p:nvSpPr>
        <p:spPr>
          <a:xfrm>
            <a:off x="5705856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6" name="Oval 3735"/>
          <p:cNvSpPr/>
          <p:nvPr/>
        </p:nvSpPr>
        <p:spPr>
          <a:xfrm>
            <a:off x="5870448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7" name="Oval 3736"/>
          <p:cNvSpPr/>
          <p:nvPr/>
        </p:nvSpPr>
        <p:spPr>
          <a:xfrm>
            <a:off x="6035040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8" name="Oval 3737"/>
          <p:cNvSpPr/>
          <p:nvPr/>
        </p:nvSpPr>
        <p:spPr>
          <a:xfrm>
            <a:off x="6199632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9" name="Oval 3738"/>
          <p:cNvSpPr/>
          <p:nvPr/>
        </p:nvSpPr>
        <p:spPr>
          <a:xfrm>
            <a:off x="6364224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0" name="Oval 3739"/>
          <p:cNvSpPr/>
          <p:nvPr/>
        </p:nvSpPr>
        <p:spPr>
          <a:xfrm>
            <a:off x="6528816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1" name="Oval 3740"/>
          <p:cNvSpPr/>
          <p:nvPr/>
        </p:nvSpPr>
        <p:spPr>
          <a:xfrm>
            <a:off x="6693408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2" name="Oval 3741"/>
          <p:cNvSpPr/>
          <p:nvPr/>
        </p:nvSpPr>
        <p:spPr>
          <a:xfrm>
            <a:off x="6858000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3" name="Oval 3742"/>
          <p:cNvSpPr/>
          <p:nvPr/>
        </p:nvSpPr>
        <p:spPr>
          <a:xfrm>
            <a:off x="7022592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4" name="Oval 3743"/>
          <p:cNvSpPr/>
          <p:nvPr/>
        </p:nvSpPr>
        <p:spPr>
          <a:xfrm>
            <a:off x="7187184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5" name="Oval 3744"/>
          <p:cNvSpPr/>
          <p:nvPr/>
        </p:nvSpPr>
        <p:spPr>
          <a:xfrm>
            <a:off x="7351776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6" name="Oval 3745"/>
          <p:cNvSpPr/>
          <p:nvPr/>
        </p:nvSpPr>
        <p:spPr>
          <a:xfrm>
            <a:off x="7516368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7" name="Oval 3746"/>
          <p:cNvSpPr/>
          <p:nvPr/>
        </p:nvSpPr>
        <p:spPr>
          <a:xfrm>
            <a:off x="7680960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8" name="Oval 3747"/>
          <p:cNvSpPr/>
          <p:nvPr/>
        </p:nvSpPr>
        <p:spPr>
          <a:xfrm>
            <a:off x="7845552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9" name="Oval 3748"/>
          <p:cNvSpPr/>
          <p:nvPr/>
        </p:nvSpPr>
        <p:spPr>
          <a:xfrm>
            <a:off x="8010144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0" name="Oval 3749"/>
          <p:cNvSpPr/>
          <p:nvPr/>
        </p:nvSpPr>
        <p:spPr>
          <a:xfrm>
            <a:off x="8174736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1" name="Oval 3750"/>
          <p:cNvSpPr/>
          <p:nvPr/>
        </p:nvSpPr>
        <p:spPr>
          <a:xfrm>
            <a:off x="8339328" y="1245412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2" name="Oval 3751"/>
          <p:cNvSpPr/>
          <p:nvPr/>
        </p:nvSpPr>
        <p:spPr>
          <a:xfrm>
            <a:off x="274320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3" name="Oval 3752"/>
          <p:cNvSpPr/>
          <p:nvPr/>
        </p:nvSpPr>
        <p:spPr>
          <a:xfrm>
            <a:off x="438912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4" name="Oval 3753"/>
          <p:cNvSpPr/>
          <p:nvPr/>
        </p:nvSpPr>
        <p:spPr>
          <a:xfrm>
            <a:off x="603504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5" name="Oval 3754"/>
          <p:cNvSpPr/>
          <p:nvPr/>
        </p:nvSpPr>
        <p:spPr>
          <a:xfrm>
            <a:off x="768096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6" name="Oval 3755"/>
          <p:cNvSpPr/>
          <p:nvPr/>
        </p:nvSpPr>
        <p:spPr>
          <a:xfrm>
            <a:off x="932688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7" name="Oval 3756"/>
          <p:cNvSpPr/>
          <p:nvPr/>
        </p:nvSpPr>
        <p:spPr>
          <a:xfrm>
            <a:off x="1097280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8" name="Oval 3757"/>
          <p:cNvSpPr/>
          <p:nvPr/>
        </p:nvSpPr>
        <p:spPr>
          <a:xfrm>
            <a:off x="1261872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9" name="Oval 3758"/>
          <p:cNvSpPr/>
          <p:nvPr/>
        </p:nvSpPr>
        <p:spPr>
          <a:xfrm>
            <a:off x="1426464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0" name="Oval 3759"/>
          <p:cNvSpPr/>
          <p:nvPr/>
        </p:nvSpPr>
        <p:spPr>
          <a:xfrm>
            <a:off x="1591056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1" name="Oval 3760"/>
          <p:cNvSpPr/>
          <p:nvPr/>
        </p:nvSpPr>
        <p:spPr>
          <a:xfrm>
            <a:off x="1755648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2" name="Oval 3761"/>
          <p:cNvSpPr/>
          <p:nvPr/>
        </p:nvSpPr>
        <p:spPr>
          <a:xfrm>
            <a:off x="1920240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3" name="Oval 3762"/>
          <p:cNvSpPr/>
          <p:nvPr/>
        </p:nvSpPr>
        <p:spPr>
          <a:xfrm>
            <a:off x="2084832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4" name="Oval 3763"/>
          <p:cNvSpPr/>
          <p:nvPr/>
        </p:nvSpPr>
        <p:spPr>
          <a:xfrm>
            <a:off x="2249424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5" name="Oval 3764"/>
          <p:cNvSpPr/>
          <p:nvPr/>
        </p:nvSpPr>
        <p:spPr>
          <a:xfrm>
            <a:off x="2414016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6" name="Oval 3765"/>
          <p:cNvSpPr/>
          <p:nvPr/>
        </p:nvSpPr>
        <p:spPr>
          <a:xfrm>
            <a:off x="2578608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7" name="Oval 3766"/>
          <p:cNvSpPr/>
          <p:nvPr/>
        </p:nvSpPr>
        <p:spPr>
          <a:xfrm>
            <a:off x="2743200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8" name="Oval 3767"/>
          <p:cNvSpPr/>
          <p:nvPr/>
        </p:nvSpPr>
        <p:spPr>
          <a:xfrm>
            <a:off x="2907792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9" name="Oval 3768"/>
          <p:cNvSpPr/>
          <p:nvPr/>
        </p:nvSpPr>
        <p:spPr>
          <a:xfrm>
            <a:off x="3072384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0" name="Oval 3769"/>
          <p:cNvSpPr/>
          <p:nvPr/>
        </p:nvSpPr>
        <p:spPr>
          <a:xfrm>
            <a:off x="3236976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1" name="Oval 3770"/>
          <p:cNvSpPr/>
          <p:nvPr/>
        </p:nvSpPr>
        <p:spPr>
          <a:xfrm>
            <a:off x="3401568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2" name="Oval 3771"/>
          <p:cNvSpPr/>
          <p:nvPr/>
        </p:nvSpPr>
        <p:spPr>
          <a:xfrm>
            <a:off x="3566160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3" name="Oval 3772"/>
          <p:cNvSpPr/>
          <p:nvPr/>
        </p:nvSpPr>
        <p:spPr>
          <a:xfrm>
            <a:off x="3730752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4" name="Oval 3773"/>
          <p:cNvSpPr/>
          <p:nvPr/>
        </p:nvSpPr>
        <p:spPr>
          <a:xfrm>
            <a:off x="3895344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5" name="Oval 3774"/>
          <p:cNvSpPr/>
          <p:nvPr/>
        </p:nvSpPr>
        <p:spPr>
          <a:xfrm>
            <a:off x="4059936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6" name="Oval 3775"/>
          <p:cNvSpPr/>
          <p:nvPr/>
        </p:nvSpPr>
        <p:spPr>
          <a:xfrm>
            <a:off x="4224528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7" name="Oval 3776"/>
          <p:cNvSpPr/>
          <p:nvPr/>
        </p:nvSpPr>
        <p:spPr>
          <a:xfrm>
            <a:off x="4389120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8" name="Oval 3777"/>
          <p:cNvSpPr/>
          <p:nvPr/>
        </p:nvSpPr>
        <p:spPr>
          <a:xfrm>
            <a:off x="4553712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9" name="Oval 3778"/>
          <p:cNvSpPr/>
          <p:nvPr/>
        </p:nvSpPr>
        <p:spPr>
          <a:xfrm>
            <a:off x="4718304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0" name="Oval 3779"/>
          <p:cNvSpPr/>
          <p:nvPr/>
        </p:nvSpPr>
        <p:spPr>
          <a:xfrm>
            <a:off x="4882896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1" name="Oval 3780"/>
          <p:cNvSpPr/>
          <p:nvPr/>
        </p:nvSpPr>
        <p:spPr>
          <a:xfrm>
            <a:off x="5047488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2" name="Oval 3781"/>
          <p:cNvSpPr/>
          <p:nvPr/>
        </p:nvSpPr>
        <p:spPr>
          <a:xfrm>
            <a:off x="5212080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3" name="Oval 3782"/>
          <p:cNvSpPr/>
          <p:nvPr/>
        </p:nvSpPr>
        <p:spPr>
          <a:xfrm>
            <a:off x="5376672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4" name="Oval 3783"/>
          <p:cNvSpPr/>
          <p:nvPr/>
        </p:nvSpPr>
        <p:spPr>
          <a:xfrm>
            <a:off x="5541264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5" name="Oval 3784"/>
          <p:cNvSpPr/>
          <p:nvPr/>
        </p:nvSpPr>
        <p:spPr>
          <a:xfrm>
            <a:off x="5705856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6" name="Oval 3785"/>
          <p:cNvSpPr/>
          <p:nvPr/>
        </p:nvSpPr>
        <p:spPr>
          <a:xfrm>
            <a:off x="5870448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7" name="Oval 3786"/>
          <p:cNvSpPr/>
          <p:nvPr/>
        </p:nvSpPr>
        <p:spPr>
          <a:xfrm>
            <a:off x="6035040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8" name="Oval 3787"/>
          <p:cNvSpPr/>
          <p:nvPr/>
        </p:nvSpPr>
        <p:spPr>
          <a:xfrm>
            <a:off x="6199632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9" name="Oval 3788"/>
          <p:cNvSpPr/>
          <p:nvPr/>
        </p:nvSpPr>
        <p:spPr>
          <a:xfrm>
            <a:off x="6364224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0" name="Oval 3789"/>
          <p:cNvSpPr/>
          <p:nvPr/>
        </p:nvSpPr>
        <p:spPr>
          <a:xfrm>
            <a:off x="6528816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1" name="Oval 3790"/>
          <p:cNvSpPr/>
          <p:nvPr/>
        </p:nvSpPr>
        <p:spPr>
          <a:xfrm>
            <a:off x="6693408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2" name="Oval 3791"/>
          <p:cNvSpPr/>
          <p:nvPr/>
        </p:nvSpPr>
        <p:spPr>
          <a:xfrm>
            <a:off x="6858000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3" name="Oval 3792"/>
          <p:cNvSpPr/>
          <p:nvPr/>
        </p:nvSpPr>
        <p:spPr>
          <a:xfrm>
            <a:off x="7022592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4" name="Oval 3793"/>
          <p:cNvSpPr/>
          <p:nvPr/>
        </p:nvSpPr>
        <p:spPr>
          <a:xfrm>
            <a:off x="7187184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5" name="Oval 3794"/>
          <p:cNvSpPr/>
          <p:nvPr/>
        </p:nvSpPr>
        <p:spPr>
          <a:xfrm>
            <a:off x="7351776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6" name="Oval 3795"/>
          <p:cNvSpPr/>
          <p:nvPr/>
        </p:nvSpPr>
        <p:spPr>
          <a:xfrm>
            <a:off x="7516368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7" name="Oval 3796"/>
          <p:cNvSpPr/>
          <p:nvPr/>
        </p:nvSpPr>
        <p:spPr>
          <a:xfrm>
            <a:off x="7680960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8" name="Oval 3797"/>
          <p:cNvSpPr/>
          <p:nvPr/>
        </p:nvSpPr>
        <p:spPr>
          <a:xfrm>
            <a:off x="7845552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9" name="Oval 3798"/>
          <p:cNvSpPr/>
          <p:nvPr/>
        </p:nvSpPr>
        <p:spPr>
          <a:xfrm>
            <a:off x="8010144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0" name="Oval 3799"/>
          <p:cNvSpPr/>
          <p:nvPr/>
        </p:nvSpPr>
        <p:spPr>
          <a:xfrm>
            <a:off x="8174736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1" name="Oval 3800"/>
          <p:cNvSpPr/>
          <p:nvPr/>
        </p:nvSpPr>
        <p:spPr>
          <a:xfrm>
            <a:off x="8339328" y="1261872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2" name="Oval 3801"/>
          <p:cNvSpPr/>
          <p:nvPr/>
        </p:nvSpPr>
        <p:spPr>
          <a:xfrm>
            <a:off x="274320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3" name="Oval 3802"/>
          <p:cNvSpPr/>
          <p:nvPr/>
        </p:nvSpPr>
        <p:spPr>
          <a:xfrm>
            <a:off x="438912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4" name="Oval 3803"/>
          <p:cNvSpPr/>
          <p:nvPr/>
        </p:nvSpPr>
        <p:spPr>
          <a:xfrm>
            <a:off x="603504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5" name="Oval 3804"/>
          <p:cNvSpPr/>
          <p:nvPr/>
        </p:nvSpPr>
        <p:spPr>
          <a:xfrm>
            <a:off x="768096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6" name="Oval 3805"/>
          <p:cNvSpPr/>
          <p:nvPr/>
        </p:nvSpPr>
        <p:spPr>
          <a:xfrm>
            <a:off x="932688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7" name="Oval 3806"/>
          <p:cNvSpPr/>
          <p:nvPr/>
        </p:nvSpPr>
        <p:spPr>
          <a:xfrm>
            <a:off x="1097280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8" name="Oval 3807"/>
          <p:cNvSpPr/>
          <p:nvPr/>
        </p:nvSpPr>
        <p:spPr>
          <a:xfrm>
            <a:off x="1261872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9" name="Oval 3808"/>
          <p:cNvSpPr/>
          <p:nvPr/>
        </p:nvSpPr>
        <p:spPr>
          <a:xfrm>
            <a:off x="1426464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0" name="Oval 3809"/>
          <p:cNvSpPr/>
          <p:nvPr/>
        </p:nvSpPr>
        <p:spPr>
          <a:xfrm>
            <a:off x="1591056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1" name="Oval 3810"/>
          <p:cNvSpPr/>
          <p:nvPr/>
        </p:nvSpPr>
        <p:spPr>
          <a:xfrm>
            <a:off x="1755648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2" name="Oval 3811"/>
          <p:cNvSpPr/>
          <p:nvPr/>
        </p:nvSpPr>
        <p:spPr>
          <a:xfrm>
            <a:off x="1920240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3" name="Oval 3812"/>
          <p:cNvSpPr/>
          <p:nvPr/>
        </p:nvSpPr>
        <p:spPr>
          <a:xfrm>
            <a:off x="2084832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4" name="Oval 3813"/>
          <p:cNvSpPr/>
          <p:nvPr/>
        </p:nvSpPr>
        <p:spPr>
          <a:xfrm>
            <a:off x="2249424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5" name="Oval 3814"/>
          <p:cNvSpPr/>
          <p:nvPr/>
        </p:nvSpPr>
        <p:spPr>
          <a:xfrm>
            <a:off x="2414016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6" name="Oval 3815"/>
          <p:cNvSpPr/>
          <p:nvPr/>
        </p:nvSpPr>
        <p:spPr>
          <a:xfrm>
            <a:off x="2578608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7" name="Oval 3816"/>
          <p:cNvSpPr/>
          <p:nvPr/>
        </p:nvSpPr>
        <p:spPr>
          <a:xfrm>
            <a:off x="2743200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8" name="Oval 3817"/>
          <p:cNvSpPr/>
          <p:nvPr/>
        </p:nvSpPr>
        <p:spPr>
          <a:xfrm>
            <a:off x="2907792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9" name="Oval 3818"/>
          <p:cNvSpPr/>
          <p:nvPr/>
        </p:nvSpPr>
        <p:spPr>
          <a:xfrm>
            <a:off x="3072384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0" name="Oval 3819"/>
          <p:cNvSpPr/>
          <p:nvPr/>
        </p:nvSpPr>
        <p:spPr>
          <a:xfrm>
            <a:off x="3236976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1" name="Oval 3820"/>
          <p:cNvSpPr/>
          <p:nvPr/>
        </p:nvSpPr>
        <p:spPr>
          <a:xfrm>
            <a:off x="3401568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2" name="Oval 3821"/>
          <p:cNvSpPr/>
          <p:nvPr/>
        </p:nvSpPr>
        <p:spPr>
          <a:xfrm>
            <a:off x="3566160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3" name="Oval 3822"/>
          <p:cNvSpPr/>
          <p:nvPr/>
        </p:nvSpPr>
        <p:spPr>
          <a:xfrm>
            <a:off x="3730752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4" name="Oval 3823"/>
          <p:cNvSpPr/>
          <p:nvPr/>
        </p:nvSpPr>
        <p:spPr>
          <a:xfrm>
            <a:off x="3895344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5" name="Oval 3824"/>
          <p:cNvSpPr/>
          <p:nvPr/>
        </p:nvSpPr>
        <p:spPr>
          <a:xfrm>
            <a:off x="4059936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6" name="Oval 3825"/>
          <p:cNvSpPr/>
          <p:nvPr/>
        </p:nvSpPr>
        <p:spPr>
          <a:xfrm>
            <a:off x="4224528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7" name="Oval 3826"/>
          <p:cNvSpPr/>
          <p:nvPr/>
        </p:nvSpPr>
        <p:spPr>
          <a:xfrm>
            <a:off x="4389120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8" name="Oval 3827"/>
          <p:cNvSpPr/>
          <p:nvPr/>
        </p:nvSpPr>
        <p:spPr>
          <a:xfrm>
            <a:off x="4553712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9" name="Oval 3828"/>
          <p:cNvSpPr/>
          <p:nvPr/>
        </p:nvSpPr>
        <p:spPr>
          <a:xfrm>
            <a:off x="4718304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0" name="Oval 3829"/>
          <p:cNvSpPr/>
          <p:nvPr/>
        </p:nvSpPr>
        <p:spPr>
          <a:xfrm>
            <a:off x="4882896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1" name="Oval 3830"/>
          <p:cNvSpPr/>
          <p:nvPr/>
        </p:nvSpPr>
        <p:spPr>
          <a:xfrm>
            <a:off x="5047488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2" name="Oval 3831"/>
          <p:cNvSpPr/>
          <p:nvPr/>
        </p:nvSpPr>
        <p:spPr>
          <a:xfrm>
            <a:off x="5212080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3" name="Oval 3832"/>
          <p:cNvSpPr/>
          <p:nvPr/>
        </p:nvSpPr>
        <p:spPr>
          <a:xfrm>
            <a:off x="5376672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4" name="Oval 3833"/>
          <p:cNvSpPr/>
          <p:nvPr/>
        </p:nvSpPr>
        <p:spPr>
          <a:xfrm>
            <a:off x="5541264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5" name="Oval 3834"/>
          <p:cNvSpPr/>
          <p:nvPr/>
        </p:nvSpPr>
        <p:spPr>
          <a:xfrm>
            <a:off x="5705856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6" name="Oval 3835"/>
          <p:cNvSpPr/>
          <p:nvPr/>
        </p:nvSpPr>
        <p:spPr>
          <a:xfrm>
            <a:off x="5870448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7" name="Oval 3836"/>
          <p:cNvSpPr/>
          <p:nvPr/>
        </p:nvSpPr>
        <p:spPr>
          <a:xfrm>
            <a:off x="6035040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8" name="Oval 3837"/>
          <p:cNvSpPr/>
          <p:nvPr/>
        </p:nvSpPr>
        <p:spPr>
          <a:xfrm>
            <a:off x="6199632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9" name="Oval 3838"/>
          <p:cNvSpPr/>
          <p:nvPr/>
        </p:nvSpPr>
        <p:spPr>
          <a:xfrm>
            <a:off x="6364224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0" name="Oval 3839"/>
          <p:cNvSpPr/>
          <p:nvPr/>
        </p:nvSpPr>
        <p:spPr>
          <a:xfrm>
            <a:off x="6528816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1" name="Oval 3840"/>
          <p:cNvSpPr/>
          <p:nvPr/>
        </p:nvSpPr>
        <p:spPr>
          <a:xfrm>
            <a:off x="6693408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2" name="Oval 3841"/>
          <p:cNvSpPr/>
          <p:nvPr/>
        </p:nvSpPr>
        <p:spPr>
          <a:xfrm>
            <a:off x="6858000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3" name="Oval 3842"/>
          <p:cNvSpPr/>
          <p:nvPr/>
        </p:nvSpPr>
        <p:spPr>
          <a:xfrm>
            <a:off x="7022592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4" name="Oval 3843"/>
          <p:cNvSpPr/>
          <p:nvPr/>
        </p:nvSpPr>
        <p:spPr>
          <a:xfrm>
            <a:off x="7187184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5" name="Oval 3844"/>
          <p:cNvSpPr/>
          <p:nvPr/>
        </p:nvSpPr>
        <p:spPr>
          <a:xfrm>
            <a:off x="7351776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6" name="Oval 3845"/>
          <p:cNvSpPr/>
          <p:nvPr/>
        </p:nvSpPr>
        <p:spPr>
          <a:xfrm>
            <a:off x="7516368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7" name="Oval 3846"/>
          <p:cNvSpPr/>
          <p:nvPr/>
        </p:nvSpPr>
        <p:spPr>
          <a:xfrm>
            <a:off x="7680960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8" name="Oval 3847"/>
          <p:cNvSpPr/>
          <p:nvPr/>
        </p:nvSpPr>
        <p:spPr>
          <a:xfrm>
            <a:off x="7845552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9" name="Oval 3848"/>
          <p:cNvSpPr/>
          <p:nvPr/>
        </p:nvSpPr>
        <p:spPr>
          <a:xfrm>
            <a:off x="8010144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0" name="Oval 3849"/>
          <p:cNvSpPr/>
          <p:nvPr/>
        </p:nvSpPr>
        <p:spPr>
          <a:xfrm>
            <a:off x="8174736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1" name="Oval 3850"/>
          <p:cNvSpPr/>
          <p:nvPr/>
        </p:nvSpPr>
        <p:spPr>
          <a:xfrm>
            <a:off x="8339328" y="1278331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2" name="Oval 3851"/>
          <p:cNvSpPr/>
          <p:nvPr/>
        </p:nvSpPr>
        <p:spPr>
          <a:xfrm>
            <a:off x="274320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3" name="Oval 3852"/>
          <p:cNvSpPr/>
          <p:nvPr/>
        </p:nvSpPr>
        <p:spPr>
          <a:xfrm>
            <a:off x="438912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4" name="Oval 3853"/>
          <p:cNvSpPr/>
          <p:nvPr/>
        </p:nvSpPr>
        <p:spPr>
          <a:xfrm>
            <a:off x="603504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5" name="Oval 3854"/>
          <p:cNvSpPr/>
          <p:nvPr/>
        </p:nvSpPr>
        <p:spPr>
          <a:xfrm>
            <a:off x="768096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6" name="Oval 3855"/>
          <p:cNvSpPr/>
          <p:nvPr/>
        </p:nvSpPr>
        <p:spPr>
          <a:xfrm>
            <a:off x="932688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7" name="Oval 3856"/>
          <p:cNvSpPr/>
          <p:nvPr/>
        </p:nvSpPr>
        <p:spPr>
          <a:xfrm>
            <a:off x="1097280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8" name="Oval 3857"/>
          <p:cNvSpPr/>
          <p:nvPr/>
        </p:nvSpPr>
        <p:spPr>
          <a:xfrm>
            <a:off x="1261872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9" name="Oval 3858"/>
          <p:cNvSpPr/>
          <p:nvPr/>
        </p:nvSpPr>
        <p:spPr>
          <a:xfrm>
            <a:off x="1426464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0" name="Oval 3859"/>
          <p:cNvSpPr/>
          <p:nvPr/>
        </p:nvSpPr>
        <p:spPr>
          <a:xfrm>
            <a:off x="1591056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1" name="Oval 3860"/>
          <p:cNvSpPr/>
          <p:nvPr/>
        </p:nvSpPr>
        <p:spPr>
          <a:xfrm>
            <a:off x="1755648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2" name="Oval 3861"/>
          <p:cNvSpPr/>
          <p:nvPr/>
        </p:nvSpPr>
        <p:spPr>
          <a:xfrm>
            <a:off x="1920240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3" name="Oval 3862"/>
          <p:cNvSpPr/>
          <p:nvPr/>
        </p:nvSpPr>
        <p:spPr>
          <a:xfrm>
            <a:off x="2084832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4" name="Oval 3863"/>
          <p:cNvSpPr/>
          <p:nvPr/>
        </p:nvSpPr>
        <p:spPr>
          <a:xfrm>
            <a:off x="2249424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5" name="Oval 3864"/>
          <p:cNvSpPr/>
          <p:nvPr/>
        </p:nvSpPr>
        <p:spPr>
          <a:xfrm>
            <a:off x="2414016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6" name="Oval 3865"/>
          <p:cNvSpPr/>
          <p:nvPr/>
        </p:nvSpPr>
        <p:spPr>
          <a:xfrm>
            <a:off x="2578608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7" name="Oval 3866"/>
          <p:cNvSpPr/>
          <p:nvPr/>
        </p:nvSpPr>
        <p:spPr>
          <a:xfrm>
            <a:off x="2743200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8" name="Oval 3867"/>
          <p:cNvSpPr/>
          <p:nvPr/>
        </p:nvSpPr>
        <p:spPr>
          <a:xfrm>
            <a:off x="2907792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9" name="Oval 3868"/>
          <p:cNvSpPr/>
          <p:nvPr/>
        </p:nvSpPr>
        <p:spPr>
          <a:xfrm>
            <a:off x="3072384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0" name="Oval 3869"/>
          <p:cNvSpPr/>
          <p:nvPr/>
        </p:nvSpPr>
        <p:spPr>
          <a:xfrm>
            <a:off x="3236976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1" name="Oval 3870"/>
          <p:cNvSpPr/>
          <p:nvPr/>
        </p:nvSpPr>
        <p:spPr>
          <a:xfrm>
            <a:off x="3401568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2" name="Oval 3871"/>
          <p:cNvSpPr/>
          <p:nvPr/>
        </p:nvSpPr>
        <p:spPr>
          <a:xfrm>
            <a:off x="3566160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3" name="Oval 3872"/>
          <p:cNvSpPr/>
          <p:nvPr/>
        </p:nvSpPr>
        <p:spPr>
          <a:xfrm>
            <a:off x="3730752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4" name="Oval 3873"/>
          <p:cNvSpPr/>
          <p:nvPr/>
        </p:nvSpPr>
        <p:spPr>
          <a:xfrm>
            <a:off x="3895344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5" name="Oval 3874"/>
          <p:cNvSpPr/>
          <p:nvPr/>
        </p:nvSpPr>
        <p:spPr>
          <a:xfrm>
            <a:off x="4059936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6" name="Oval 3875"/>
          <p:cNvSpPr/>
          <p:nvPr/>
        </p:nvSpPr>
        <p:spPr>
          <a:xfrm>
            <a:off x="4224528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7" name="Oval 3876"/>
          <p:cNvSpPr/>
          <p:nvPr/>
        </p:nvSpPr>
        <p:spPr>
          <a:xfrm>
            <a:off x="4389120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8" name="Oval 3877"/>
          <p:cNvSpPr/>
          <p:nvPr/>
        </p:nvSpPr>
        <p:spPr>
          <a:xfrm>
            <a:off x="4553712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9" name="Oval 3878"/>
          <p:cNvSpPr/>
          <p:nvPr/>
        </p:nvSpPr>
        <p:spPr>
          <a:xfrm>
            <a:off x="4718304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0" name="Oval 3879"/>
          <p:cNvSpPr/>
          <p:nvPr/>
        </p:nvSpPr>
        <p:spPr>
          <a:xfrm>
            <a:off x="4882896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1" name="Oval 3880"/>
          <p:cNvSpPr/>
          <p:nvPr/>
        </p:nvSpPr>
        <p:spPr>
          <a:xfrm>
            <a:off x="5047488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2" name="Oval 3881"/>
          <p:cNvSpPr/>
          <p:nvPr/>
        </p:nvSpPr>
        <p:spPr>
          <a:xfrm>
            <a:off x="5212080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3" name="Oval 3882"/>
          <p:cNvSpPr/>
          <p:nvPr/>
        </p:nvSpPr>
        <p:spPr>
          <a:xfrm>
            <a:off x="5376672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4" name="Oval 3883"/>
          <p:cNvSpPr/>
          <p:nvPr/>
        </p:nvSpPr>
        <p:spPr>
          <a:xfrm>
            <a:off x="5541264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5" name="Oval 3884"/>
          <p:cNvSpPr/>
          <p:nvPr/>
        </p:nvSpPr>
        <p:spPr>
          <a:xfrm>
            <a:off x="5705856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6" name="Oval 3885"/>
          <p:cNvSpPr/>
          <p:nvPr/>
        </p:nvSpPr>
        <p:spPr>
          <a:xfrm>
            <a:off x="5870448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7" name="Oval 3886"/>
          <p:cNvSpPr/>
          <p:nvPr/>
        </p:nvSpPr>
        <p:spPr>
          <a:xfrm>
            <a:off x="6035040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8" name="Oval 3887"/>
          <p:cNvSpPr/>
          <p:nvPr/>
        </p:nvSpPr>
        <p:spPr>
          <a:xfrm>
            <a:off x="6199632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9" name="Oval 3888"/>
          <p:cNvSpPr/>
          <p:nvPr/>
        </p:nvSpPr>
        <p:spPr>
          <a:xfrm>
            <a:off x="6364224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0" name="Oval 3889"/>
          <p:cNvSpPr/>
          <p:nvPr/>
        </p:nvSpPr>
        <p:spPr>
          <a:xfrm>
            <a:off x="6528816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1" name="Oval 3890"/>
          <p:cNvSpPr/>
          <p:nvPr/>
        </p:nvSpPr>
        <p:spPr>
          <a:xfrm>
            <a:off x="6693408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2" name="Oval 3891"/>
          <p:cNvSpPr/>
          <p:nvPr/>
        </p:nvSpPr>
        <p:spPr>
          <a:xfrm>
            <a:off x="6858000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3" name="Oval 3892"/>
          <p:cNvSpPr/>
          <p:nvPr/>
        </p:nvSpPr>
        <p:spPr>
          <a:xfrm>
            <a:off x="7022592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4" name="Oval 3893"/>
          <p:cNvSpPr/>
          <p:nvPr/>
        </p:nvSpPr>
        <p:spPr>
          <a:xfrm>
            <a:off x="7187184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5" name="Oval 3894"/>
          <p:cNvSpPr/>
          <p:nvPr/>
        </p:nvSpPr>
        <p:spPr>
          <a:xfrm>
            <a:off x="7351776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6" name="Oval 3895"/>
          <p:cNvSpPr/>
          <p:nvPr/>
        </p:nvSpPr>
        <p:spPr>
          <a:xfrm>
            <a:off x="7516368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7" name="Oval 3896"/>
          <p:cNvSpPr/>
          <p:nvPr/>
        </p:nvSpPr>
        <p:spPr>
          <a:xfrm>
            <a:off x="7680960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8" name="Oval 3897"/>
          <p:cNvSpPr/>
          <p:nvPr/>
        </p:nvSpPr>
        <p:spPr>
          <a:xfrm>
            <a:off x="7845552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9" name="Oval 3898"/>
          <p:cNvSpPr/>
          <p:nvPr/>
        </p:nvSpPr>
        <p:spPr>
          <a:xfrm>
            <a:off x="8010144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0" name="Oval 3899"/>
          <p:cNvSpPr/>
          <p:nvPr/>
        </p:nvSpPr>
        <p:spPr>
          <a:xfrm>
            <a:off x="8174736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1" name="Oval 3900"/>
          <p:cNvSpPr/>
          <p:nvPr/>
        </p:nvSpPr>
        <p:spPr>
          <a:xfrm>
            <a:off x="8339328" y="1294790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2" name="Oval 3901"/>
          <p:cNvSpPr/>
          <p:nvPr/>
        </p:nvSpPr>
        <p:spPr>
          <a:xfrm>
            <a:off x="274320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3" name="Oval 3902"/>
          <p:cNvSpPr/>
          <p:nvPr/>
        </p:nvSpPr>
        <p:spPr>
          <a:xfrm>
            <a:off x="438912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4" name="Oval 3903"/>
          <p:cNvSpPr/>
          <p:nvPr/>
        </p:nvSpPr>
        <p:spPr>
          <a:xfrm>
            <a:off x="603504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5" name="Oval 3904"/>
          <p:cNvSpPr/>
          <p:nvPr/>
        </p:nvSpPr>
        <p:spPr>
          <a:xfrm>
            <a:off x="768096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6" name="Oval 3905"/>
          <p:cNvSpPr/>
          <p:nvPr/>
        </p:nvSpPr>
        <p:spPr>
          <a:xfrm>
            <a:off x="932688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7" name="Oval 3906"/>
          <p:cNvSpPr/>
          <p:nvPr/>
        </p:nvSpPr>
        <p:spPr>
          <a:xfrm>
            <a:off x="1097280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8" name="Oval 3907"/>
          <p:cNvSpPr/>
          <p:nvPr/>
        </p:nvSpPr>
        <p:spPr>
          <a:xfrm>
            <a:off x="1261872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9" name="Oval 3908"/>
          <p:cNvSpPr/>
          <p:nvPr/>
        </p:nvSpPr>
        <p:spPr>
          <a:xfrm>
            <a:off x="1426464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0" name="Oval 3909"/>
          <p:cNvSpPr/>
          <p:nvPr/>
        </p:nvSpPr>
        <p:spPr>
          <a:xfrm>
            <a:off x="1591056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1" name="Oval 3910"/>
          <p:cNvSpPr/>
          <p:nvPr/>
        </p:nvSpPr>
        <p:spPr>
          <a:xfrm>
            <a:off x="1755648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2" name="Oval 3911"/>
          <p:cNvSpPr/>
          <p:nvPr/>
        </p:nvSpPr>
        <p:spPr>
          <a:xfrm>
            <a:off x="1920240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3" name="Oval 3912"/>
          <p:cNvSpPr/>
          <p:nvPr/>
        </p:nvSpPr>
        <p:spPr>
          <a:xfrm>
            <a:off x="2084832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4" name="Oval 3913"/>
          <p:cNvSpPr/>
          <p:nvPr/>
        </p:nvSpPr>
        <p:spPr>
          <a:xfrm>
            <a:off x="2249424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5" name="Oval 3914"/>
          <p:cNvSpPr/>
          <p:nvPr/>
        </p:nvSpPr>
        <p:spPr>
          <a:xfrm>
            <a:off x="2414016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6" name="Oval 3915"/>
          <p:cNvSpPr/>
          <p:nvPr/>
        </p:nvSpPr>
        <p:spPr>
          <a:xfrm>
            <a:off x="2578608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7" name="Oval 3916"/>
          <p:cNvSpPr/>
          <p:nvPr/>
        </p:nvSpPr>
        <p:spPr>
          <a:xfrm>
            <a:off x="2743200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8" name="Oval 3917"/>
          <p:cNvSpPr/>
          <p:nvPr/>
        </p:nvSpPr>
        <p:spPr>
          <a:xfrm>
            <a:off x="2907792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9" name="Oval 3918"/>
          <p:cNvSpPr/>
          <p:nvPr/>
        </p:nvSpPr>
        <p:spPr>
          <a:xfrm>
            <a:off x="3072384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0" name="Oval 3919"/>
          <p:cNvSpPr/>
          <p:nvPr/>
        </p:nvSpPr>
        <p:spPr>
          <a:xfrm>
            <a:off x="3236976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1" name="Oval 3920"/>
          <p:cNvSpPr/>
          <p:nvPr/>
        </p:nvSpPr>
        <p:spPr>
          <a:xfrm>
            <a:off x="3401568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2" name="Oval 3921"/>
          <p:cNvSpPr/>
          <p:nvPr/>
        </p:nvSpPr>
        <p:spPr>
          <a:xfrm>
            <a:off x="3566160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3" name="Oval 3922"/>
          <p:cNvSpPr/>
          <p:nvPr/>
        </p:nvSpPr>
        <p:spPr>
          <a:xfrm>
            <a:off x="3730752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4" name="Oval 3923"/>
          <p:cNvSpPr/>
          <p:nvPr/>
        </p:nvSpPr>
        <p:spPr>
          <a:xfrm>
            <a:off x="3895344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5" name="Oval 3924"/>
          <p:cNvSpPr/>
          <p:nvPr/>
        </p:nvSpPr>
        <p:spPr>
          <a:xfrm>
            <a:off x="4059936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6" name="Oval 3925"/>
          <p:cNvSpPr/>
          <p:nvPr/>
        </p:nvSpPr>
        <p:spPr>
          <a:xfrm>
            <a:off x="4224528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7" name="Oval 3926"/>
          <p:cNvSpPr/>
          <p:nvPr/>
        </p:nvSpPr>
        <p:spPr>
          <a:xfrm>
            <a:off x="4389120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8" name="Oval 3927"/>
          <p:cNvSpPr/>
          <p:nvPr/>
        </p:nvSpPr>
        <p:spPr>
          <a:xfrm>
            <a:off x="4553712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9" name="Oval 3928"/>
          <p:cNvSpPr/>
          <p:nvPr/>
        </p:nvSpPr>
        <p:spPr>
          <a:xfrm>
            <a:off x="4718304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0" name="Oval 3929"/>
          <p:cNvSpPr/>
          <p:nvPr/>
        </p:nvSpPr>
        <p:spPr>
          <a:xfrm>
            <a:off x="4882896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1" name="Oval 3930"/>
          <p:cNvSpPr/>
          <p:nvPr/>
        </p:nvSpPr>
        <p:spPr>
          <a:xfrm>
            <a:off x="5047488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2" name="Oval 3931"/>
          <p:cNvSpPr/>
          <p:nvPr/>
        </p:nvSpPr>
        <p:spPr>
          <a:xfrm>
            <a:off x="5212080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3" name="Oval 3932"/>
          <p:cNvSpPr/>
          <p:nvPr/>
        </p:nvSpPr>
        <p:spPr>
          <a:xfrm>
            <a:off x="5376672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4" name="Oval 3933"/>
          <p:cNvSpPr/>
          <p:nvPr/>
        </p:nvSpPr>
        <p:spPr>
          <a:xfrm>
            <a:off x="5541264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5" name="Oval 3934"/>
          <p:cNvSpPr/>
          <p:nvPr/>
        </p:nvSpPr>
        <p:spPr>
          <a:xfrm>
            <a:off x="5705856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6" name="Oval 3935"/>
          <p:cNvSpPr/>
          <p:nvPr/>
        </p:nvSpPr>
        <p:spPr>
          <a:xfrm>
            <a:off x="5870448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7" name="Oval 3936"/>
          <p:cNvSpPr/>
          <p:nvPr/>
        </p:nvSpPr>
        <p:spPr>
          <a:xfrm>
            <a:off x="6035040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8" name="Oval 3937"/>
          <p:cNvSpPr/>
          <p:nvPr/>
        </p:nvSpPr>
        <p:spPr>
          <a:xfrm>
            <a:off x="6199632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9" name="Oval 3938"/>
          <p:cNvSpPr/>
          <p:nvPr/>
        </p:nvSpPr>
        <p:spPr>
          <a:xfrm>
            <a:off x="6364224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0" name="Oval 3939"/>
          <p:cNvSpPr/>
          <p:nvPr/>
        </p:nvSpPr>
        <p:spPr>
          <a:xfrm>
            <a:off x="6528816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1" name="Oval 3940"/>
          <p:cNvSpPr/>
          <p:nvPr/>
        </p:nvSpPr>
        <p:spPr>
          <a:xfrm>
            <a:off x="6693408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2" name="Oval 3941"/>
          <p:cNvSpPr/>
          <p:nvPr/>
        </p:nvSpPr>
        <p:spPr>
          <a:xfrm>
            <a:off x="6858000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3" name="Oval 3942"/>
          <p:cNvSpPr/>
          <p:nvPr/>
        </p:nvSpPr>
        <p:spPr>
          <a:xfrm>
            <a:off x="7022592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4" name="Oval 3943"/>
          <p:cNvSpPr/>
          <p:nvPr/>
        </p:nvSpPr>
        <p:spPr>
          <a:xfrm>
            <a:off x="7187184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5" name="Oval 3944"/>
          <p:cNvSpPr/>
          <p:nvPr/>
        </p:nvSpPr>
        <p:spPr>
          <a:xfrm>
            <a:off x="7351776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6" name="Oval 3945"/>
          <p:cNvSpPr/>
          <p:nvPr/>
        </p:nvSpPr>
        <p:spPr>
          <a:xfrm>
            <a:off x="7516368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7" name="Oval 3946"/>
          <p:cNvSpPr/>
          <p:nvPr/>
        </p:nvSpPr>
        <p:spPr>
          <a:xfrm>
            <a:off x="7680960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8" name="Oval 3947"/>
          <p:cNvSpPr/>
          <p:nvPr/>
        </p:nvSpPr>
        <p:spPr>
          <a:xfrm>
            <a:off x="7845552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9" name="Oval 3948"/>
          <p:cNvSpPr/>
          <p:nvPr/>
        </p:nvSpPr>
        <p:spPr>
          <a:xfrm>
            <a:off x="8010144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0" name="Oval 3949"/>
          <p:cNvSpPr/>
          <p:nvPr/>
        </p:nvSpPr>
        <p:spPr>
          <a:xfrm>
            <a:off x="8174736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1" name="Oval 3950"/>
          <p:cNvSpPr/>
          <p:nvPr/>
        </p:nvSpPr>
        <p:spPr>
          <a:xfrm>
            <a:off x="8339328" y="1311249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2" name="Oval 3951"/>
          <p:cNvSpPr/>
          <p:nvPr/>
        </p:nvSpPr>
        <p:spPr>
          <a:xfrm>
            <a:off x="274320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3" name="Oval 3952"/>
          <p:cNvSpPr/>
          <p:nvPr/>
        </p:nvSpPr>
        <p:spPr>
          <a:xfrm>
            <a:off x="438912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4" name="Oval 3953"/>
          <p:cNvSpPr/>
          <p:nvPr/>
        </p:nvSpPr>
        <p:spPr>
          <a:xfrm>
            <a:off x="603504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5" name="Oval 3954"/>
          <p:cNvSpPr/>
          <p:nvPr/>
        </p:nvSpPr>
        <p:spPr>
          <a:xfrm>
            <a:off x="768096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6" name="Oval 3955"/>
          <p:cNvSpPr/>
          <p:nvPr/>
        </p:nvSpPr>
        <p:spPr>
          <a:xfrm>
            <a:off x="932688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7" name="Oval 3956"/>
          <p:cNvSpPr/>
          <p:nvPr/>
        </p:nvSpPr>
        <p:spPr>
          <a:xfrm>
            <a:off x="1097280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8" name="Oval 3957"/>
          <p:cNvSpPr/>
          <p:nvPr/>
        </p:nvSpPr>
        <p:spPr>
          <a:xfrm>
            <a:off x="1261872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9" name="Oval 3958"/>
          <p:cNvSpPr/>
          <p:nvPr/>
        </p:nvSpPr>
        <p:spPr>
          <a:xfrm>
            <a:off x="1426464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0" name="Oval 3959"/>
          <p:cNvSpPr/>
          <p:nvPr/>
        </p:nvSpPr>
        <p:spPr>
          <a:xfrm>
            <a:off x="1591056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1" name="Oval 3960"/>
          <p:cNvSpPr/>
          <p:nvPr/>
        </p:nvSpPr>
        <p:spPr>
          <a:xfrm>
            <a:off x="1755648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2" name="Oval 3961"/>
          <p:cNvSpPr/>
          <p:nvPr/>
        </p:nvSpPr>
        <p:spPr>
          <a:xfrm>
            <a:off x="1920240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3" name="Oval 3962"/>
          <p:cNvSpPr/>
          <p:nvPr/>
        </p:nvSpPr>
        <p:spPr>
          <a:xfrm>
            <a:off x="2084832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4" name="Oval 3963"/>
          <p:cNvSpPr/>
          <p:nvPr/>
        </p:nvSpPr>
        <p:spPr>
          <a:xfrm>
            <a:off x="2249424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5" name="Oval 3964"/>
          <p:cNvSpPr/>
          <p:nvPr/>
        </p:nvSpPr>
        <p:spPr>
          <a:xfrm>
            <a:off x="2414016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6" name="Oval 3965"/>
          <p:cNvSpPr/>
          <p:nvPr/>
        </p:nvSpPr>
        <p:spPr>
          <a:xfrm>
            <a:off x="2578608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7" name="Oval 3966"/>
          <p:cNvSpPr/>
          <p:nvPr/>
        </p:nvSpPr>
        <p:spPr>
          <a:xfrm>
            <a:off x="2743200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8" name="Oval 3967"/>
          <p:cNvSpPr/>
          <p:nvPr/>
        </p:nvSpPr>
        <p:spPr>
          <a:xfrm>
            <a:off x="2907792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9" name="Oval 3968"/>
          <p:cNvSpPr/>
          <p:nvPr/>
        </p:nvSpPr>
        <p:spPr>
          <a:xfrm>
            <a:off x="3072384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0" name="Oval 3969"/>
          <p:cNvSpPr/>
          <p:nvPr/>
        </p:nvSpPr>
        <p:spPr>
          <a:xfrm>
            <a:off x="3236976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1" name="Oval 3970"/>
          <p:cNvSpPr/>
          <p:nvPr/>
        </p:nvSpPr>
        <p:spPr>
          <a:xfrm>
            <a:off x="3401568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2" name="Oval 3971"/>
          <p:cNvSpPr/>
          <p:nvPr/>
        </p:nvSpPr>
        <p:spPr>
          <a:xfrm>
            <a:off x="3566160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3" name="Oval 3972"/>
          <p:cNvSpPr/>
          <p:nvPr/>
        </p:nvSpPr>
        <p:spPr>
          <a:xfrm>
            <a:off x="3730752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4" name="Oval 3973"/>
          <p:cNvSpPr/>
          <p:nvPr/>
        </p:nvSpPr>
        <p:spPr>
          <a:xfrm>
            <a:off x="3895344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5" name="Oval 3974"/>
          <p:cNvSpPr/>
          <p:nvPr/>
        </p:nvSpPr>
        <p:spPr>
          <a:xfrm>
            <a:off x="4059936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6" name="Oval 3975"/>
          <p:cNvSpPr/>
          <p:nvPr/>
        </p:nvSpPr>
        <p:spPr>
          <a:xfrm>
            <a:off x="4224528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7" name="Oval 3976"/>
          <p:cNvSpPr/>
          <p:nvPr/>
        </p:nvSpPr>
        <p:spPr>
          <a:xfrm>
            <a:off x="4389120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8" name="Oval 3977"/>
          <p:cNvSpPr/>
          <p:nvPr/>
        </p:nvSpPr>
        <p:spPr>
          <a:xfrm>
            <a:off x="4553712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9" name="Oval 3978"/>
          <p:cNvSpPr/>
          <p:nvPr/>
        </p:nvSpPr>
        <p:spPr>
          <a:xfrm>
            <a:off x="4718304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0" name="Oval 3979"/>
          <p:cNvSpPr/>
          <p:nvPr/>
        </p:nvSpPr>
        <p:spPr>
          <a:xfrm>
            <a:off x="4882896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1" name="Oval 3980"/>
          <p:cNvSpPr/>
          <p:nvPr/>
        </p:nvSpPr>
        <p:spPr>
          <a:xfrm>
            <a:off x="5047488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2" name="Oval 3981"/>
          <p:cNvSpPr/>
          <p:nvPr/>
        </p:nvSpPr>
        <p:spPr>
          <a:xfrm>
            <a:off x="5212080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3" name="Oval 3982"/>
          <p:cNvSpPr/>
          <p:nvPr/>
        </p:nvSpPr>
        <p:spPr>
          <a:xfrm>
            <a:off x="5376672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4" name="Oval 3983"/>
          <p:cNvSpPr/>
          <p:nvPr/>
        </p:nvSpPr>
        <p:spPr>
          <a:xfrm>
            <a:off x="5541264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5" name="Oval 3984"/>
          <p:cNvSpPr/>
          <p:nvPr/>
        </p:nvSpPr>
        <p:spPr>
          <a:xfrm>
            <a:off x="5705856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6" name="Oval 3985"/>
          <p:cNvSpPr/>
          <p:nvPr/>
        </p:nvSpPr>
        <p:spPr>
          <a:xfrm>
            <a:off x="5870448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7" name="Oval 3986"/>
          <p:cNvSpPr/>
          <p:nvPr/>
        </p:nvSpPr>
        <p:spPr>
          <a:xfrm>
            <a:off x="6035040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8" name="Oval 3987"/>
          <p:cNvSpPr/>
          <p:nvPr/>
        </p:nvSpPr>
        <p:spPr>
          <a:xfrm>
            <a:off x="6199632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9" name="Oval 3988"/>
          <p:cNvSpPr/>
          <p:nvPr/>
        </p:nvSpPr>
        <p:spPr>
          <a:xfrm>
            <a:off x="6364224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0" name="Oval 3989"/>
          <p:cNvSpPr/>
          <p:nvPr/>
        </p:nvSpPr>
        <p:spPr>
          <a:xfrm>
            <a:off x="6528816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1" name="Oval 3990"/>
          <p:cNvSpPr/>
          <p:nvPr/>
        </p:nvSpPr>
        <p:spPr>
          <a:xfrm>
            <a:off x="6693408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2" name="Oval 3991"/>
          <p:cNvSpPr/>
          <p:nvPr/>
        </p:nvSpPr>
        <p:spPr>
          <a:xfrm>
            <a:off x="6858000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3" name="Oval 3992"/>
          <p:cNvSpPr/>
          <p:nvPr/>
        </p:nvSpPr>
        <p:spPr>
          <a:xfrm>
            <a:off x="7022592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4" name="Oval 3993"/>
          <p:cNvSpPr/>
          <p:nvPr/>
        </p:nvSpPr>
        <p:spPr>
          <a:xfrm>
            <a:off x="7187184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5" name="Oval 3994"/>
          <p:cNvSpPr/>
          <p:nvPr/>
        </p:nvSpPr>
        <p:spPr>
          <a:xfrm>
            <a:off x="7351776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6" name="Oval 3995"/>
          <p:cNvSpPr/>
          <p:nvPr/>
        </p:nvSpPr>
        <p:spPr>
          <a:xfrm>
            <a:off x="7516368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7" name="Oval 3996"/>
          <p:cNvSpPr/>
          <p:nvPr/>
        </p:nvSpPr>
        <p:spPr>
          <a:xfrm>
            <a:off x="7680960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8" name="Oval 3997"/>
          <p:cNvSpPr/>
          <p:nvPr/>
        </p:nvSpPr>
        <p:spPr>
          <a:xfrm>
            <a:off x="7845552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9" name="Oval 3998"/>
          <p:cNvSpPr/>
          <p:nvPr/>
        </p:nvSpPr>
        <p:spPr>
          <a:xfrm>
            <a:off x="8010144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0" name="Oval 3999"/>
          <p:cNvSpPr/>
          <p:nvPr/>
        </p:nvSpPr>
        <p:spPr>
          <a:xfrm>
            <a:off x="8174736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1" name="Oval 4000"/>
          <p:cNvSpPr/>
          <p:nvPr/>
        </p:nvSpPr>
        <p:spPr>
          <a:xfrm>
            <a:off x="8339328" y="1327708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2" name="Oval 4001"/>
          <p:cNvSpPr/>
          <p:nvPr/>
        </p:nvSpPr>
        <p:spPr>
          <a:xfrm>
            <a:off x="274320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3" name="Oval 4002"/>
          <p:cNvSpPr/>
          <p:nvPr/>
        </p:nvSpPr>
        <p:spPr>
          <a:xfrm>
            <a:off x="438912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4" name="Oval 4003"/>
          <p:cNvSpPr/>
          <p:nvPr/>
        </p:nvSpPr>
        <p:spPr>
          <a:xfrm>
            <a:off x="603504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5" name="Oval 4004"/>
          <p:cNvSpPr/>
          <p:nvPr/>
        </p:nvSpPr>
        <p:spPr>
          <a:xfrm>
            <a:off x="768096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6" name="Oval 4005"/>
          <p:cNvSpPr/>
          <p:nvPr/>
        </p:nvSpPr>
        <p:spPr>
          <a:xfrm>
            <a:off x="932688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7" name="Oval 4006"/>
          <p:cNvSpPr/>
          <p:nvPr/>
        </p:nvSpPr>
        <p:spPr>
          <a:xfrm>
            <a:off x="1097280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8" name="Oval 4007"/>
          <p:cNvSpPr/>
          <p:nvPr/>
        </p:nvSpPr>
        <p:spPr>
          <a:xfrm>
            <a:off x="1261872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9" name="Oval 4008"/>
          <p:cNvSpPr/>
          <p:nvPr/>
        </p:nvSpPr>
        <p:spPr>
          <a:xfrm>
            <a:off x="1426464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0" name="Oval 4009"/>
          <p:cNvSpPr/>
          <p:nvPr/>
        </p:nvSpPr>
        <p:spPr>
          <a:xfrm>
            <a:off x="1591056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1" name="Oval 4010"/>
          <p:cNvSpPr/>
          <p:nvPr/>
        </p:nvSpPr>
        <p:spPr>
          <a:xfrm>
            <a:off x="1755648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2" name="Oval 4011"/>
          <p:cNvSpPr/>
          <p:nvPr/>
        </p:nvSpPr>
        <p:spPr>
          <a:xfrm>
            <a:off x="1920240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3" name="Oval 4012"/>
          <p:cNvSpPr/>
          <p:nvPr/>
        </p:nvSpPr>
        <p:spPr>
          <a:xfrm>
            <a:off x="2084832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4" name="Oval 4013"/>
          <p:cNvSpPr/>
          <p:nvPr/>
        </p:nvSpPr>
        <p:spPr>
          <a:xfrm>
            <a:off x="2249424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5" name="Oval 4014"/>
          <p:cNvSpPr/>
          <p:nvPr/>
        </p:nvSpPr>
        <p:spPr>
          <a:xfrm>
            <a:off x="2414016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6" name="Oval 4015"/>
          <p:cNvSpPr/>
          <p:nvPr/>
        </p:nvSpPr>
        <p:spPr>
          <a:xfrm>
            <a:off x="2578608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7" name="Oval 4016"/>
          <p:cNvSpPr/>
          <p:nvPr/>
        </p:nvSpPr>
        <p:spPr>
          <a:xfrm>
            <a:off x="2743200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8" name="Oval 4017"/>
          <p:cNvSpPr/>
          <p:nvPr/>
        </p:nvSpPr>
        <p:spPr>
          <a:xfrm>
            <a:off x="2907792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9" name="Oval 4018"/>
          <p:cNvSpPr/>
          <p:nvPr/>
        </p:nvSpPr>
        <p:spPr>
          <a:xfrm>
            <a:off x="3072384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0" name="Oval 4019"/>
          <p:cNvSpPr/>
          <p:nvPr/>
        </p:nvSpPr>
        <p:spPr>
          <a:xfrm>
            <a:off x="3236976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1" name="Oval 4020"/>
          <p:cNvSpPr/>
          <p:nvPr/>
        </p:nvSpPr>
        <p:spPr>
          <a:xfrm>
            <a:off x="3401568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2" name="Oval 4021"/>
          <p:cNvSpPr/>
          <p:nvPr/>
        </p:nvSpPr>
        <p:spPr>
          <a:xfrm>
            <a:off x="3566160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3" name="Oval 4022"/>
          <p:cNvSpPr/>
          <p:nvPr/>
        </p:nvSpPr>
        <p:spPr>
          <a:xfrm>
            <a:off x="3730752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4" name="Oval 4023"/>
          <p:cNvSpPr/>
          <p:nvPr/>
        </p:nvSpPr>
        <p:spPr>
          <a:xfrm>
            <a:off x="3895344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5" name="Oval 4024"/>
          <p:cNvSpPr/>
          <p:nvPr/>
        </p:nvSpPr>
        <p:spPr>
          <a:xfrm>
            <a:off x="4059936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6" name="Oval 4025"/>
          <p:cNvSpPr/>
          <p:nvPr/>
        </p:nvSpPr>
        <p:spPr>
          <a:xfrm>
            <a:off x="4224528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7" name="Oval 4026"/>
          <p:cNvSpPr/>
          <p:nvPr/>
        </p:nvSpPr>
        <p:spPr>
          <a:xfrm>
            <a:off x="4389120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8" name="Oval 4027"/>
          <p:cNvSpPr/>
          <p:nvPr/>
        </p:nvSpPr>
        <p:spPr>
          <a:xfrm>
            <a:off x="4553712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9" name="Oval 4028"/>
          <p:cNvSpPr/>
          <p:nvPr/>
        </p:nvSpPr>
        <p:spPr>
          <a:xfrm>
            <a:off x="4718304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0" name="Oval 4029"/>
          <p:cNvSpPr/>
          <p:nvPr/>
        </p:nvSpPr>
        <p:spPr>
          <a:xfrm>
            <a:off x="4882896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1" name="Oval 4030"/>
          <p:cNvSpPr/>
          <p:nvPr/>
        </p:nvSpPr>
        <p:spPr>
          <a:xfrm>
            <a:off x="5047488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2" name="Oval 4031"/>
          <p:cNvSpPr/>
          <p:nvPr/>
        </p:nvSpPr>
        <p:spPr>
          <a:xfrm>
            <a:off x="5212080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3" name="Oval 4032"/>
          <p:cNvSpPr/>
          <p:nvPr/>
        </p:nvSpPr>
        <p:spPr>
          <a:xfrm>
            <a:off x="5376672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4" name="Oval 4033"/>
          <p:cNvSpPr/>
          <p:nvPr/>
        </p:nvSpPr>
        <p:spPr>
          <a:xfrm>
            <a:off x="5541264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5" name="Oval 4034"/>
          <p:cNvSpPr/>
          <p:nvPr/>
        </p:nvSpPr>
        <p:spPr>
          <a:xfrm>
            <a:off x="5705856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6" name="Oval 4035"/>
          <p:cNvSpPr/>
          <p:nvPr/>
        </p:nvSpPr>
        <p:spPr>
          <a:xfrm>
            <a:off x="5870448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7" name="Oval 4036"/>
          <p:cNvSpPr/>
          <p:nvPr/>
        </p:nvSpPr>
        <p:spPr>
          <a:xfrm>
            <a:off x="6035040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8" name="Oval 4037"/>
          <p:cNvSpPr/>
          <p:nvPr/>
        </p:nvSpPr>
        <p:spPr>
          <a:xfrm>
            <a:off x="6199632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9" name="Oval 4038"/>
          <p:cNvSpPr/>
          <p:nvPr/>
        </p:nvSpPr>
        <p:spPr>
          <a:xfrm>
            <a:off x="6364224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0" name="Oval 4039"/>
          <p:cNvSpPr/>
          <p:nvPr/>
        </p:nvSpPr>
        <p:spPr>
          <a:xfrm>
            <a:off x="6528816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1" name="Oval 4040"/>
          <p:cNvSpPr/>
          <p:nvPr/>
        </p:nvSpPr>
        <p:spPr>
          <a:xfrm>
            <a:off x="6693408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2" name="Oval 4041"/>
          <p:cNvSpPr/>
          <p:nvPr/>
        </p:nvSpPr>
        <p:spPr>
          <a:xfrm>
            <a:off x="6858000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3" name="Oval 4042"/>
          <p:cNvSpPr/>
          <p:nvPr/>
        </p:nvSpPr>
        <p:spPr>
          <a:xfrm>
            <a:off x="7022592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4" name="Oval 4043"/>
          <p:cNvSpPr/>
          <p:nvPr/>
        </p:nvSpPr>
        <p:spPr>
          <a:xfrm>
            <a:off x="7187184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5" name="Oval 4044"/>
          <p:cNvSpPr/>
          <p:nvPr/>
        </p:nvSpPr>
        <p:spPr>
          <a:xfrm>
            <a:off x="7351776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6" name="Oval 4045"/>
          <p:cNvSpPr/>
          <p:nvPr/>
        </p:nvSpPr>
        <p:spPr>
          <a:xfrm>
            <a:off x="7516368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7" name="Oval 4046"/>
          <p:cNvSpPr/>
          <p:nvPr/>
        </p:nvSpPr>
        <p:spPr>
          <a:xfrm>
            <a:off x="7680960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8" name="Oval 4047"/>
          <p:cNvSpPr/>
          <p:nvPr/>
        </p:nvSpPr>
        <p:spPr>
          <a:xfrm>
            <a:off x="7845552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9" name="Oval 4048"/>
          <p:cNvSpPr/>
          <p:nvPr/>
        </p:nvSpPr>
        <p:spPr>
          <a:xfrm>
            <a:off x="8010144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0" name="Oval 4049"/>
          <p:cNvSpPr/>
          <p:nvPr/>
        </p:nvSpPr>
        <p:spPr>
          <a:xfrm>
            <a:off x="8174736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1" name="Oval 4050"/>
          <p:cNvSpPr/>
          <p:nvPr/>
        </p:nvSpPr>
        <p:spPr>
          <a:xfrm>
            <a:off x="8339328" y="1344168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2" name="Oval 4051"/>
          <p:cNvSpPr/>
          <p:nvPr/>
        </p:nvSpPr>
        <p:spPr>
          <a:xfrm>
            <a:off x="274320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3" name="Oval 4052"/>
          <p:cNvSpPr/>
          <p:nvPr/>
        </p:nvSpPr>
        <p:spPr>
          <a:xfrm>
            <a:off x="438912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4" name="Oval 4053"/>
          <p:cNvSpPr/>
          <p:nvPr/>
        </p:nvSpPr>
        <p:spPr>
          <a:xfrm>
            <a:off x="603504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5" name="Oval 4054"/>
          <p:cNvSpPr/>
          <p:nvPr/>
        </p:nvSpPr>
        <p:spPr>
          <a:xfrm>
            <a:off x="768096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6" name="Oval 4055"/>
          <p:cNvSpPr/>
          <p:nvPr/>
        </p:nvSpPr>
        <p:spPr>
          <a:xfrm>
            <a:off x="932688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7" name="Oval 4056"/>
          <p:cNvSpPr/>
          <p:nvPr/>
        </p:nvSpPr>
        <p:spPr>
          <a:xfrm>
            <a:off x="1097280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8" name="Oval 4057"/>
          <p:cNvSpPr/>
          <p:nvPr/>
        </p:nvSpPr>
        <p:spPr>
          <a:xfrm>
            <a:off x="1261872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9" name="Oval 4058"/>
          <p:cNvSpPr/>
          <p:nvPr/>
        </p:nvSpPr>
        <p:spPr>
          <a:xfrm>
            <a:off x="1426464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0" name="Oval 4059"/>
          <p:cNvSpPr/>
          <p:nvPr/>
        </p:nvSpPr>
        <p:spPr>
          <a:xfrm>
            <a:off x="1591056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1" name="Oval 4060"/>
          <p:cNvSpPr/>
          <p:nvPr/>
        </p:nvSpPr>
        <p:spPr>
          <a:xfrm>
            <a:off x="1755648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2" name="Oval 4061"/>
          <p:cNvSpPr/>
          <p:nvPr/>
        </p:nvSpPr>
        <p:spPr>
          <a:xfrm>
            <a:off x="1920240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3" name="Oval 4062"/>
          <p:cNvSpPr/>
          <p:nvPr/>
        </p:nvSpPr>
        <p:spPr>
          <a:xfrm>
            <a:off x="2084832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4" name="Oval 4063"/>
          <p:cNvSpPr/>
          <p:nvPr/>
        </p:nvSpPr>
        <p:spPr>
          <a:xfrm>
            <a:off x="2249424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5" name="Oval 4064"/>
          <p:cNvSpPr/>
          <p:nvPr/>
        </p:nvSpPr>
        <p:spPr>
          <a:xfrm>
            <a:off x="2414016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6" name="Oval 4065"/>
          <p:cNvSpPr/>
          <p:nvPr/>
        </p:nvSpPr>
        <p:spPr>
          <a:xfrm>
            <a:off x="2578608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7" name="Oval 4066"/>
          <p:cNvSpPr/>
          <p:nvPr/>
        </p:nvSpPr>
        <p:spPr>
          <a:xfrm>
            <a:off x="2743200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8" name="Oval 4067"/>
          <p:cNvSpPr/>
          <p:nvPr/>
        </p:nvSpPr>
        <p:spPr>
          <a:xfrm>
            <a:off x="2907792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9" name="Oval 4068"/>
          <p:cNvSpPr/>
          <p:nvPr/>
        </p:nvSpPr>
        <p:spPr>
          <a:xfrm>
            <a:off x="3072384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0" name="Oval 4069"/>
          <p:cNvSpPr/>
          <p:nvPr/>
        </p:nvSpPr>
        <p:spPr>
          <a:xfrm>
            <a:off x="3236976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1" name="Oval 4070"/>
          <p:cNvSpPr/>
          <p:nvPr/>
        </p:nvSpPr>
        <p:spPr>
          <a:xfrm>
            <a:off x="3401568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2" name="Oval 4071"/>
          <p:cNvSpPr/>
          <p:nvPr/>
        </p:nvSpPr>
        <p:spPr>
          <a:xfrm>
            <a:off x="3566160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3" name="Oval 4072"/>
          <p:cNvSpPr/>
          <p:nvPr/>
        </p:nvSpPr>
        <p:spPr>
          <a:xfrm>
            <a:off x="3730752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4" name="Oval 4073"/>
          <p:cNvSpPr/>
          <p:nvPr/>
        </p:nvSpPr>
        <p:spPr>
          <a:xfrm>
            <a:off x="3895344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5" name="Oval 4074"/>
          <p:cNvSpPr/>
          <p:nvPr/>
        </p:nvSpPr>
        <p:spPr>
          <a:xfrm>
            <a:off x="4059936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6" name="Oval 4075"/>
          <p:cNvSpPr/>
          <p:nvPr/>
        </p:nvSpPr>
        <p:spPr>
          <a:xfrm>
            <a:off x="4224528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7" name="Oval 4076"/>
          <p:cNvSpPr/>
          <p:nvPr/>
        </p:nvSpPr>
        <p:spPr>
          <a:xfrm>
            <a:off x="4389120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8" name="Oval 4077"/>
          <p:cNvSpPr/>
          <p:nvPr/>
        </p:nvSpPr>
        <p:spPr>
          <a:xfrm>
            <a:off x="4553712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9" name="Oval 4078"/>
          <p:cNvSpPr/>
          <p:nvPr/>
        </p:nvSpPr>
        <p:spPr>
          <a:xfrm>
            <a:off x="4718304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0" name="Oval 4079"/>
          <p:cNvSpPr/>
          <p:nvPr/>
        </p:nvSpPr>
        <p:spPr>
          <a:xfrm>
            <a:off x="4882896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1" name="Oval 4080"/>
          <p:cNvSpPr/>
          <p:nvPr/>
        </p:nvSpPr>
        <p:spPr>
          <a:xfrm>
            <a:off x="5047488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2" name="Oval 4081"/>
          <p:cNvSpPr/>
          <p:nvPr/>
        </p:nvSpPr>
        <p:spPr>
          <a:xfrm>
            <a:off x="5212080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3" name="Oval 4082"/>
          <p:cNvSpPr/>
          <p:nvPr/>
        </p:nvSpPr>
        <p:spPr>
          <a:xfrm>
            <a:off x="5376672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4" name="Oval 4083"/>
          <p:cNvSpPr/>
          <p:nvPr/>
        </p:nvSpPr>
        <p:spPr>
          <a:xfrm>
            <a:off x="5541264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5" name="Oval 4084"/>
          <p:cNvSpPr/>
          <p:nvPr/>
        </p:nvSpPr>
        <p:spPr>
          <a:xfrm>
            <a:off x="5705856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6" name="Oval 4085"/>
          <p:cNvSpPr/>
          <p:nvPr/>
        </p:nvSpPr>
        <p:spPr>
          <a:xfrm>
            <a:off x="5870448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7" name="Oval 4086"/>
          <p:cNvSpPr/>
          <p:nvPr/>
        </p:nvSpPr>
        <p:spPr>
          <a:xfrm>
            <a:off x="6035040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8" name="Oval 4087"/>
          <p:cNvSpPr/>
          <p:nvPr/>
        </p:nvSpPr>
        <p:spPr>
          <a:xfrm>
            <a:off x="6199632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9" name="Oval 4088"/>
          <p:cNvSpPr/>
          <p:nvPr/>
        </p:nvSpPr>
        <p:spPr>
          <a:xfrm>
            <a:off x="6364224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0" name="Oval 4089"/>
          <p:cNvSpPr/>
          <p:nvPr/>
        </p:nvSpPr>
        <p:spPr>
          <a:xfrm>
            <a:off x="6528816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1" name="Oval 4090"/>
          <p:cNvSpPr/>
          <p:nvPr/>
        </p:nvSpPr>
        <p:spPr>
          <a:xfrm>
            <a:off x="6693408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2" name="Oval 4091"/>
          <p:cNvSpPr/>
          <p:nvPr/>
        </p:nvSpPr>
        <p:spPr>
          <a:xfrm>
            <a:off x="6858000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3" name="Oval 4092"/>
          <p:cNvSpPr/>
          <p:nvPr/>
        </p:nvSpPr>
        <p:spPr>
          <a:xfrm>
            <a:off x="7022592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4" name="Oval 4093"/>
          <p:cNvSpPr/>
          <p:nvPr/>
        </p:nvSpPr>
        <p:spPr>
          <a:xfrm>
            <a:off x="7187184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5" name="Oval 4094"/>
          <p:cNvSpPr/>
          <p:nvPr/>
        </p:nvSpPr>
        <p:spPr>
          <a:xfrm>
            <a:off x="7351776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6" name="Oval 4095"/>
          <p:cNvSpPr/>
          <p:nvPr/>
        </p:nvSpPr>
        <p:spPr>
          <a:xfrm>
            <a:off x="7516368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7" name="Oval 4096"/>
          <p:cNvSpPr/>
          <p:nvPr/>
        </p:nvSpPr>
        <p:spPr>
          <a:xfrm>
            <a:off x="7680960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8" name="Oval 4097"/>
          <p:cNvSpPr/>
          <p:nvPr/>
        </p:nvSpPr>
        <p:spPr>
          <a:xfrm>
            <a:off x="7845552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9" name="Oval 4098"/>
          <p:cNvSpPr/>
          <p:nvPr/>
        </p:nvSpPr>
        <p:spPr>
          <a:xfrm>
            <a:off x="8010144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0" name="Oval 4099"/>
          <p:cNvSpPr/>
          <p:nvPr/>
        </p:nvSpPr>
        <p:spPr>
          <a:xfrm>
            <a:off x="8174736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1" name="Oval 4100"/>
          <p:cNvSpPr/>
          <p:nvPr/>
        </p:nvSpPr>
        <p:spPr>
          <a:xfrm>
            <a:off x="8339328" y="1360627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2" name="Oval 4101"/>
          <p:cNvSpPr/>
          <p:nvPr/>
        </p:nvSpPr>
        <p:spPr>
          <a:xfrm>
            <a:off x="274320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3" name="Oval 4102"/>
          <p:cNvSpPr/>
          <p:nvPr/>
        </p:nvSpPr>
        <p:spPr>
          <a:xfrm>
            <a:off x="438912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4" name="Oval 4103"/>
          <p:cNvSpPr/>
          <p:nvPr/>
        </p:nvSpPr>
        <p:spPr>
          <a:xfrm>
            <a:off x="603504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5" name="Oval 4104"/>
          <p:cNvSpPr/>
          <p:nvPr/>
        </p:nvSpPr>
        <p:spPr>
          <a:xfrm>
            <a:off x="768096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6" name="Oval 4105"/>
          <p:cNvSpPr/>
          <p:nvPr/>
        </p:nvSpPr>
        <p:spPr>
          <a:xfrm>
            <a:off x="932688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7" name="Oval 4106"/>
          <p:cNvSpPr/>
          <p:nvPr/>
        </p:nvSpPr>
        <p:spPr>
          <a:xfrm>
            <a:off x="1097280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8" name="Oval 4107"/>
          <p:cNvSpPr/>
          <p:nvPr/>
        </p:nvSpPr>
        <p:spPr>
          <a:xfrm>
            <a:off x="1261872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9" name="Oval 4108"/>
          <p:cNvSpPr/>
          <p:nvPr/>
        </p:nvSpPr>
        <p:spPr>
          <a:xfrm>
            <a:off x="1426464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0" name="Oval 4109"/>
          <p:cNvSpPr/>
          <p:nvPr/>
        </p:nvSpPr>
        <p:spPr>
          <a:xfrm>
            <a:off x="1591056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1" name="Oval 4110"/>
          <p:cNvSpPr/>
          <p:nvPr/>
        </p:nvSpPr>
        <p:spPr>
          <a:xfrm>
            <a:off x="1755648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2" name="Oval 4111"/>
          <p:cNvSpPr/>
          <p:nvPr/>
        </p:nvSpPr>
        <p:spPr>
          <a:xfrm>
            <a:off x="1920240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3" name="Oval 4112"/>
          <p:cNvSpPr/>
          <p:nvPr/>
        </p:nvSpPr>
        <p:spPr>
          <a:xfrm>
            <a:off x="2084832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4" name="Oval 4113"/>
          <p:cNvSpPr/>
          <p:nvPr/>
        </p:nvSpPr>
        <p:spPr>
          <a:xfrm>
            <a:off x="2249424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5" name="Oval 4114"/>
          <p:cNvSpPr/>
          <p:nvPr/>
        </p:nvSpPr>
        <p:spPr>
          <a:xfrm>
            <a:off x="2414016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6" name="Oval 4115"/>
          <p:cNvSpPr/>
          <p:nvPr/>
        </p:nvSpPr>
        <p:spPr>
          <a:xfrm>
            <a:off x="2578608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7" name="Oval 4116"/>
          <p:cNvSpPr/>
          <p:nvPr/>
        </p:nvSpPr>
        <p:spPr>
          <a:xfrm>
            <a:off x="2743200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8" name="Oval 4117"/>
          <p:cNvSpPr/>
          <p:nvPr/>
        </p:nvSpPr>
        <p:spPr>
          <a:xfrm>
            <a:off x="2907792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9" name="Oval 4118"/>
          <p:cNvSpPr/>
          <p:nvPr/>
        </p:nvSpPr>
        <p:spPr>
          <a:xfrm>
            <a:off x="3072384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0" name="Oval 4119"/>
          <p:cNvSpPr/>
          <p:nvPr/>
        </p:nvSpPr>
        <p:spPr>
          <a:xfrm>
            <a:off x="3236976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1" name="Oval 4120"/>
          <p:cNvSpPr/>
          <p:nvPr/>
        </p:nvSpPr>
        <p:spPr>
          <a:xfrm>
            <a:off x="3401568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2" name="Oval 4121"/>
          <p:cNvSpPr/>
          <p:nvPr/>
        </p:nvSpPr>
        <p:spPr>
          <a:xfrm>
            <a:off x="3566160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3" name="Oval 4122"/>
          <p:cNvSpPr/>
          <p:nvPr/>
        </p:nvSpPr>
        <p:spPr>
          <a:xfrm>
            <a:off x="3730752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4" name="Oval 4123"/>
          <p:cNvSpPr/>
          <p:nvPr/>
        </p:nvSpPr>
        <p:spPr>
          <a:xfrm>
            <a:off x="3895344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5" name="Oval 4124"/>
          <p:cNvSpPr/>
          <p:nvPr/>
        </p:nvSpPr>
        <p:spPr>
          <a:xfrm>
            <a:off x="4059936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6" name="Oval 4125"/>
          <p:cNvSpPr/>
          <p:nvPr/>
        </p:nvSpPr>
        <p:spPr>
          <a:xfrm>
            <a:off x="4224528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7" name="Oval 4126"/>
          <p:cNvSpPr/>
          <p:nvPr/>
        </p:nvSpPr>
        <p:spPr>
          <a:xfrm>
            <a:off x="4389120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8" name="Oval 4127"/>
          <p:cNvSpPr/>
          <p:nvPr/>
        </p:nvSpPr>
        <p:spPr>
          <a:xfrm>
            <a:off x="4553712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9" name="Oval 4128"/>
          <p:cNvSpPr/>
          <p:nvPr/>
        </p:nvSpPr>
        <p:spPr>
          <a:xfrm>
            <a:off x="4718304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0" name="Oval 4129"/>
          <p:cNvSpPr/>
          <p:nvPr/>
        </p:nvSpPr>
        <p:spPr>
          <a:xfrm>
            <a:off x="4882896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1" name="Oval 4130"/>
          <p:cNvSpPr/>
          <p:nvPr/>
        </p:nvSpPr>
        <p:spPr>
          <a:xfrm>
            <a:off x="5047488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2" name="Oval 4131"/>
          <p:cNvSpPr/>
          <p:nvPr/>
        </p:nvSpPr>
        <p:spPr>
          <a:xfrm>
            <a:off x="5212080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3" name="Oval 4132"/>
          <p:cNvSpPr/>
          <p:nvPr/>
        </p:nvSpPr>
        <p:spPr>
          <a:xfrm>
            <a:off x="5376672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4" name="Oval 4133"/>
          <p:cNvSpPr/>
          <p:nvPr/>
        </p:nvSpPr>
        <p:spPr>
          <a:xfrm>
            <a:off x="5541264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5" name="Oval 4134"/>
          <p:cNvSpPr/>
          <p:nvPr/>
        </p:nvSpPr>
        <p:spPr>
          <a:xfrm>
            <a:off x="5705856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6" name="Oval 4135"/>
          <p:cNvSpPr/>
          <p:nvPr/>
        </p:nvSpPr>
        <p:spPr>
          <a:xfrm>
            <a:off x="5870448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7" name="Oval 4136"/>
          <p:cNvSpPr/>
          <p:nvPr/>
        </p:nvSpPr>
        <p:spPr>
          <a:xfrm>
            <a:off x="6035040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8" name="Oval 4137"/>
          <p:cNvSpPr/>
          <p:nvPr/>
        </p:nvSpPr>
        <p:spPr>
          <a:xfrm>
            <a:off x="6199632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9" name="Oval 4138"/>
          <p:cNvSpPr/>
          <p:nvPr/>
        </p:nvSpPr>
        <p:spPr>
          <a:xfrm>
            <a:off x="6364224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0" name="Oval 4139"/>
          <p:cNvSpPr/>
          <p:nvPr/>
        </p:nvSpPr>
        <p:spPr>
          <a:xfrm>
            <a:off x="6528816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1" name="Oval 4140"/>
          <p:cNvSpPr/>
          <p:nvPr/>
        </p:nvSpPr>
        <p:spPr>
          <a:xfrm>
            <a:off x="6693408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2" name="Oval 4141"/>
          <p:cNvSpPr/>
          <p:nvPr/>
        </p:nvSpPr>
        <p:spPr>
          <a:xfrm>
            <a:off x="6858000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3" name="Oval 4142"/>
          <p:cNvSpPr/>
          <p:nvPr/>
        </p:nvSpPr>
        <p:spPr>
          <a:xfrm>
            <a:off x="7022592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4" name="Oval 4143"/>
          <p:cNvSpPr/>
          <p:nvPr/>
        </p:nvSpPr>
        <p:spPr>
          <a:xfrm>
            <a:off x="7187184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5" name="Oval 4144"/>
          <p:cNvSpPr/>
          <p:nvPr/>
        </p:nvSpPr>
        <p:spPr>
          <a:xfrm>
            <a:off x="7351776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6" name="Oval 4145"/>
          <p:cNvSpPr/>
          <p:nvPr/>
        </p:nvSpPr>
        <p:spPr>
          <a:xfrm>
            <a:off x="7516368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7" name="Oval 4146"/>
          <p:cNvSpPr/>
          <p:nvPr/>
        </p:nvSpPr>
        <p:spPr>
          <a:xfrm>
            <a:off x="7680960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8" name="Oval 4147"/>
          <p:cNvSpPr/>
          <p:nvPr/>
        </p:nvSpPr>
        <p:spPr>
          <a:xfrm>
            <a:off x="7845552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9" name="Oval 4148"/>
          <p:cNvSpPr/>
          <p:nvPr/>
        </p:nvSpPr>
        <p:spPr>
          <a:xfrm>
            <a:off x="8010144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0" name="Oval 4149"/>
          <p:cNvSpPr/>
          <p:nvPr/>
        </p:nvSpPr>
        <p:spPr>
          <a:xfrm>
            <a:off x="8174736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1" name="Oval 4150"/>
          <p:cNvSpPr/>
          <p:nvPr/>
        </p:nvSpPr>
        <p:spPr>
          <a:xfrm>
            <a:off x="8339328" y="1377086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2" name="Oval 4151"/>
          <p:cNvSpPr/>
          <p:nvPr/>
        </p:nvSpPr>
        <p:spPr>
          <a:xfrm>
            <a:off x="274320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3" name="Oval 4152"/>
          <p:cNvSpPr/>
          <p:nvPr/>
        </p:nvSpPr>
        <p:spPr>
          <a:xfrm>
            <a:off x="438912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4" name="Oval 4153"/>
          <p:cNvSpPr/>
          <p:nvPr/>
        </p:nvSpPr>
        <p:spPr>
          <a:xfrm>
            <a:off x="603504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5" name="Oval 4154"/>
          <p:cNvSpPr/>
          <p:nvPr/>
        </p:nvSpPr>
        <p:spPr>
          <a:xfrm>
            <a:off x="768096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6" name="Oval 4155"/>
          <p:cNvSpPr/>
          <p:nvPr/>
        </p:nvSpPr>
        <p:spPr>
          <a:xfrm>
            <a:off x="932688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7" name="Oval 4156"/>
          <p:cNvSpPr/>
          <p:nvPr/>
        </p:nvSpPr>
        <p:spPr>
          <a:xfrm>
            <a:off x="1097280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8" name="Oval 4157"/>
          <p:cNvSpPr/>
          <p:nvPr/>
        </p:nvSpPr>
        <p:spPr>
          <a:xfrm>
            <a:off x="1261872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9" name="Oval 4158"/>
          <p:cNvSpPr/>
          <p:nvPr/>
        </p:nvSpPr>
        <p:spPr>
          <a:xfrm>
            <a:off x="1426464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0" name="Oval 4159"/>
          <p:cNvSpPr/>
          <p:nvPr/>
        </p:nvSpPr>
        <p:spPr>
          <a:xfrm>
            <a:off x="1591056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1" name="Oval 4160"/>
          <p:cNvSpPr/>
          <p:nvPr/>
        </p:nvSpPr>
        <p:spPr>
          <a:xfrm>
            <a:off x="1755648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2" name="Oval 4161"/>
          <p:cNvSpPr/>
          <p:nvPr/>
        </p:nvSpPr>
        <p:spPr>
          <a:xfrm>
            <a:off x="1920240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3" name="Oval 4162"/>
          <p:cNvSpPr/>
          <p:nvPr/>
        </p:nvSpPr>
        <p:spPr>
          <a:xfrm>
            <a:off x="2084832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4" name="Oval 4163"/>
          <p:cNvSpPr/>
          <p:nvPr/>
        </p:nvSpPr>
        <p:spPr>
          <a:xfrm>
            <a:off x="2249424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5" name="Oval 4164"/>
          <p:cNvSpPr/>
          <p:nvPr/>
        </p:nvSpPr>
        <p:spPr>
          <a:xfrm>
            <a:off x="2414016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6" name="Oval 4165"/>
          <p:cNvSpPr/>
          <p:nvPr/>
        </p:nvSpPr>
        <p:spPr>
          <a:xfrm>
            <a:off x="2578608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7" name="Oval 4166"/>
          <p:cNvSpPr/>
          <p:nvPr/>
        </p:nvSpPr>
        <p:spPr>
          <a:xfrm>
            <a:off x="2743200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8" name="Oval 4167"/>
          <p:cNvSpPr/>
          <p:nvPr/>
        </p:nvSpPr>
        <p:spPr>
          <a:xfrm>
            <a:off x="2907792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9" name="Oval 4168"/>
          <p:cNvSpPr/>
          <p:nvPr/>
        </p:nvSpPr>
        <p:spPr>
          <a:xfrm>
            <a:off x="3072384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0" name="Oval 4169"/>
          <p:cNvSpPr/>
          <p:nvPr/>
        </p:nvSpPr>
        <p:spPr>
          <a:xfrm>
            <a:off x="3236976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1" name="Oval 4170"/>
          <p:cNvSpPr/>
          <p:nvPr/>
        </p:nvSpPr>
        <p:spPr>
          <a:xfrm>
            <a:off x="3401568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2" name="Oval 4171"/>
          <p:cNvSpPr/>
          <p:nvPr/>
        </p:nvSpPr>
        <p:spPr>
          <a:xfrm>
            <a:off x="3566160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3" name="Oval 4172"/>
          <p:cNvSpPr/>
          <p:nvPr/>
        </p:nvSpPr>
        <p:spPr>
          <a:xfrm>
            <a:off x="3730752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4" name="Oval 4173"/>
          <p:cNvSpPr/>
          <p:nvPr/>
        </p:nvSpPr>
        <p:spPr>
          <a:xfrm>
            <a:off x="3895344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5" name="Oval 4174"/>
          <p:cNvSpPr/>
          <p:nvPr/>
        </p:nvSpPr>
        <p:spPr>
          <a:xfrm>
            <a:off x="4059936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6" name="Oval 4175"/>
          <p:cNvSpPr/>
          <p:nvPr/>
        </p:nvSpPr>
        <p:spPr>
          <a:xfrm>
            <a:off x="4224528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7" name="Oval 4176"/>
          <p:cNvSpPr/>
          <p:nvPr/>
        </p:nvSpPr>
        <p:spPr>
          <a:xfrm>
            <a:off x="4389120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8" name="Oval 4177"/>
          <p:cNvSpPr/>
          <p:nvPr/>
        </p:nvSpPr>
        <p:spPr>
          <a:xfrm>
            <a:off x="4553712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9" name="Oval 4178"/>
          <p:cNvSpPr/>
          <p:nvPr/>
        </p:nvSpPr>
        <p:spPr>
          <a:xfrm>
            <a:off x="4718304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0" name="Oval 4179"/>
          <p:cNvSpPr/>
          <p:nvPr/>
        </p:nvSpPr>
        <p:spPr>
          <a:xfrm>
            <a:off x="4882896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1" name="Oval 4180"/>
          <p:cNvSpPr/>
          <p:nvPr/>
        </p:nvSpPr>
        <p:spPr>
          <a:xfrm>
            <a:off x="5047488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2" name="Oval 4181"/>
          <p:cNvSpPr/>
          <p:nvPr/>
        </p:nvSpPr>
        <p:spPr>
          <a:xfrm>
            <a:off x="5212080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3" name="Oval 4182"/>
          <p:cNvSpPr/>
          <p:nvPr/>
        </p:nvSpPr>
        <p:spPr>
          <a:xfrm>
            <a:off x="5376672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4" name="Oval 4183"/>
          <p:cNvSpPr/>
          <p:nvPr/>
        </p:nvSpPr>
        <p:spPr>
          <a:xfrm>
            <a:off x="5541264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5" name="Oval 4184"/>
          <p:cNvSpPr/>
          <p:nvPr/>
        </p:nvSpPr>
        <p:spPr>
          <a:xfrm>
            <a:off x="5705856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6" name="Oval 4185"/>
          <p:cNvSpPr/>
          <p:nvPr/>
        </p:nvSpPr>
        <p:spPr>
          <a:xfrm>
            <a:off x="5870448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7" name="Oval 4186"/>
          <p:cNvSpPr/>
          <p:nvPr/>
        </p:nvSpPr>
        <p:spPr>
          <a:xfrm>
            <a:off x="6035040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8" name="Oval 4187"/>
          <p:cNvSpPr/>
          <p:nvPr/>
        </p:nvSpPr>
        <p:spPr>
          <a:xfrm>
            <a:off x="6199632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9" name="Oval 4188"/>
          <p:cNvSpPr/>
          <p:nvPr/>
        </p:nvSpPr>
        <p:spPr>
          <a:xfrm>
            <a:off x="6364224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0" name="Oval 4189"/>
          <p:cNvSpPr/>
          <p:nvPr/>
        </p:nvSpPr>
        <p:spPr>
          <a:xfrm>
            <a:off x="6528816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1" name="Oval 4190"/>
          <p:cNvSpPr/>
          <p:nvPr/>
        </p:nvSpPr>
        <p:spPr>
          <a:xfrm>
            <a:off x="6693408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2" name="Oval 4191"/>
          <p:cNvSpPr/>
          <p:nvPr/>
        </p:nvSpPr>
        <p:spPr>
          <a:xfrm>
            <a:off x="6858000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3" name="Oval 4192"/>
          <p:cNvSpPr/>
          <p:nvPr/>
        </p:nvSpPr>
        <p:spPr>
          <a:xfrm>
            <a:off x="7022592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4" name="Oval 4193"/>
          <p:cNvSpPr/>
          <p:nvPr/>
        </p:nvSpPr>
        <p:spPr>
          <a:xfrm>
            <a:off x="7187184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5" name="Oval 4194"/>
          <p:cNvSpPr/>
          <p:nvPr/>
        </p:nvSpPr>
        <p:spPr>
          <a:xfrm>
            <a:off x="7351776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6" name="Oval 4195"/>
          <p:cNvSpPr/>
          <p:nvPr/>
        </p:nvSpPr>
        <p:spPr>
          <a:xfrm>
            <a:off x="7516368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7" name="Oval 4196"/>
          <p:cNvSpPr/>
          <p:nvPr/>
        </p:nvSpPr>
        <p:spPr>
          <a:xfrm>
            <a:off x="7680960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8" name="Oval 4197"/>
          <p:cNvSpPr/>
          <p:nvPr/>
        </p:nvSpPr>
        <p:spPr>
          <a:xfrm>
            <a:off x="7845552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9" name="Oval 4198"/>
          <p:cNvSpPr/>
          <p:nvPr/>
        </p:nvSpPr>
        <p:spPr>
          <a:xfrm>
            <a:off x="8010144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0" name="Oval 4199"/>
          <p:cNvSpPr/>
          <p:nvPr/>
        </p:nvSpPr>
        <p:spPr>
          <a:xfrm>
            <a:off x="8174736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1" name="Oval 4200"/>
          <p:cNvSpPr/>
          <p:nvPr/>
        </p:nvSpPr>
        <p:spPr>
          <a:xfrm>
            <a:off x="8339328" y="1393545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2" name="Oval 4201"/>
          <p:cNvSpPr/>
          <p:nvPr/>
        </p:nvSpPr>
        <p:spPr>
          <a:xfrm>
            <a:off x="274320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3" name="Oval 4202"/>
          <p:cNvSpPr/>
          <p:nvPr/>
        </p:nvSpPr>
        <p:spPr>
          <a:xfrm>
            <a:off x="438912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4" name="Oval 4203"/>
          <p:cNvSpPr/>
          <p:nvPr/>
        </p:nvSpPr>
        <p:spPr>
          <a:xfrm>
            <a:off x="603504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5" name="Oval 4204"/>
          <p:cNvSpPr/>
          <p:nvPr/>
        </p:nvSpPr>
        <p:spPr>
          <a:xfrm>
            <a:off x="768096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6" name="Oval 4205"/>
          <p:cNvSpPr/>
          <p:nvPr/>
        </p:nvSpPr>
        <p:spPr>
          <a:xfrm>
            <a:off x="932688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7" name="Oval 4206"/>
          <p:cNvSpPr/>
          <p:nvPr/>
        </p:nvSpPr>
        <p:spPr>
          <a:xfrm>
            <a:off x="1097280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8" name="Oval 4207"/>
          <p:cNvSpPr/>
          <p:nvPr/>
        </p:nvSpPr>
        <p:spPr>
          <a:xfrm>
            <a:off x="1261872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9" name="Oval 4208"/>
          <p:cNvSpPr/>
          <p:nvPr/>
        </p:nvSpPr>
        <p:spPr>
          <a:xfrm>
            <a:off x="1426464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0" name="Oval 4209"/>
          <p:cNvSpPr/>
          <p:nvPr/>
        </p:nvSpPr>
        <p:spPr>
          <a:xfrm>
            <a:off x="1591056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1" name="Oval 4210"/>
          <p:cNvSpPr/>
          <p:nvPr/>
        </p:nvSpPr>
        <p:spPr>
          <a:xfrm>
            <a:off x="1755648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2" name="Oval 4211"/>
          <p:cNvSpPr/>
          <p:nvPr/>
        </p:nvSpPr>
        <p:spPr>
          <a:xfrm>
            <a:off x="1920240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3" name="Oval 4212"/>
          <p:cNvSpPr/>
          <p:nvPr/>
        </p:nvSpPr>
        <p:spPr>
          <a:xfrm>
            <a:off x="2084832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4" name="Oval 4213"/>
          <p:cNvSpPr/>
          <p:nvPr/>
        </p:nvSpPr>
        <p:spPr>
          <a:xfrm>
            <a:off x="2249424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5" name="Oval 4214"/>
          <p:cNvSpPr/>
          <p:nvPr/>
        </p:nvSpPr>
        <p:spPr>
          <a:xfrm>
            <a:off x="2414016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6" name="Oval 4215"/>
          <p:cNvSpPr/>
          <p:nvPr/>
        </p:nvSpPr>
        <p:spPr>
          <a:xfrm>
            <a:off x="2578608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7" name="Oval 4216"/>
          <p:cNvSpPr/>
          <p:nvPr/>
        </p:nvSpPr>
        <p:spPr>
          <a:xfrm>
            <a:off x="2743200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8" name="Oval 4217"/>
          <p:cNvSpPr/>
          <p:nvPr/>
        </p:nvSpPr>
        <p:spPr>
          <a:xfrm>
            <a:off x="2907792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9" name="Oval 4218"/>
          <p:cNvSpPr/>
          <p:nvPr/>
        </p:nvSpPr>
        <p:spPr>
          <a:xfrm>
            <a:off x="3072384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0" name="Oval 4219"/>
          <p:cNvSpPr/>
          <p:nvPr/>
        </p:nvSpPr>
        <p:spPr>
          <a:xfrm>
            <a:off x="3236976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1" name="Oval 4220"/>
          <p:cNvSpPr/>
          <p:nvPr/>
        </p:nvSpPr>
        <p:spPr>
          <a:xfrm>
            <a:off x="3401568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2" name="Oval 4221"/>
          <p:cNvSpPr/>
          <p:nvPr/>
        </p:nvSpPr>
        <p:spPr>
          <a:xfrm>
            <a:off x="3566160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3" name="Oval 4222"/>
          <p:cNvSpPr/>
          <p:nvPr/>
        </p:nvSpPr>
        <p:spPr>
          <a:xfrm>
            <a:off x="3730752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4" name="Oval 4223"/>
          <p:cNvSpPr/>
          <p:nvPr/>
        </p:nvSpPr>
        <p:spPr>
          <a:xfrm>
            <a:off x="3895344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5" name="Oval 4224"/>
          <p:cNvSpPr/>
          <p:nvPr/>
        </p:nvSpPr>
        <p:spPr>
          <a:xfrm>
            <a:off x="4059936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6" name="Oval 4225"/>
          <p:cNvSpPr/>
          <p:nvPr/>
        </p:nvSpPr>
        <p:spPr>
          <a:xfrm>
            <a:off x="4224528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7" name="Oval 4226"/>
          <p:cNvSpPr/>
          <p:nvPr/>
        </p:nvSpPr>
        <p:spPr>
          <a:xfrm>
            <a:off x="4389120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8" name="Oval 4227"/>
          <p:cNvSpPr/>
          <p:nvPr/>
        </p:nvSpPr>
        <p:spPr>
          <a:xfrm>
            <a:off x="4553712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9" name="Oval 4228"/>
          <p:cNvSpPr/>
          <p:nvPr/>
        </p:nvSpPr>
        <p:spPr>
          <a:xfrm>
            <a:off x="4718304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0" name="Oval 4229"/>
          <p:cNvSpPr/>
          <p:nvPr/>
        </p:nvSpPr>
        <p:spPr>
          <a:xfrm>
            <a:off x="4882896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1" name="Oval 4230"/>
          <p:cNvSpPr/>
          <p:nvPr/>
        </p:nvSpPr>
        <p:spPr>
          <a:xfrm>
            <a:off x="5047488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2" name="Oval 4231"/>
          <p:cNvSpPr/>
          <p:nvPr/>
        </p:nvSpPr>
        <p:spPr>
          <a:xfrm>
            <a:off x="5212080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3" name="Oval 4232"/>
          <p:cNvSpPr/>
          <p:nvPr/>
        </p:nvSpPr>
        <p:spPr>
          <a:xfrm>
            <a:off x="5376672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4" name="Oval 4233"/>
          <p:cNvSpPr/>
          <p:nvPr/>
        </p:nvSpPr>
        <p:spPr>
          <a:xfrm>
            <a:off x="5541264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5" name="Oval 4234"/>
          <p:cNvSpPr/>
          <p:nvPr/>
        </p:nvSpPr>
        <p:spPr>
          <a:xfrm>
            <a:off x="5705856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6" name="Oval 4235"/>
          <p:cNvSpPr/>
          <p:nvPr/>
        </p:nvSpPr>
        <p:spPr>
          <a:xfrm>
            <a:off x="5870448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7" name="Oval 4236"/>
          <p:cNvSpPr/>
          <p:nvPr/>
        </p:nvSpPr>
        <p:spPr>
          <a:xfrm>
            <a:off x="6035040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8" name="Oval 4237"/>
          <p:cNvSpPr/>
          <p:nvPr/>
        </p:nvSpPr>
        <p:spPr>
          <a:xfrm>
            <a:off x="6199632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9" name="Oval 4238"/>
          <p:cNvSpPr/>
          <p:nvPr/>
        </p:nvSpPr>
        <p:spPr>
          <a:xfrm>
            <a:off x="6364224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0" name="Oval 4239"/>
          <p:cNvSpPr/>
          <p:nvPr/>
        </p:nvSpPr>
        <p:spPr>
          <a:xfrm>
            <a:off x="6528816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1" name="Oval 4240"/>
          <p:cNvSpPr/>
          <p:nvPr/>
        </p:nvSpPr>
        <p:spPr>
          <a:xfrm>
            <a:off x="6693408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2" name="Oval 4241"/>
          <p:cNvSpPr/>
          <p:nvPr/>
        </p:nvSpPr>
        <p:spPr>
          <a:xfrm>
            <a:off x="6858000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3" name="Oval 4242"/>
          <p:cNvSpPr/>
          <p:nvPr/>
        </p:nvSpPr>
        <p:spPr>
          <a:xfrm>
            <a:off x="7022592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4" name="Oval 4243"/>
          <p:cNvSpPr/>
          <p:nvPr/>
        </p:nvSpPr>
        <p:spPr>
          <a:xfrm>
            <a:off x="7187184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5" name="Oval 4244"/>
          <p:cNvSpPr/>
          <p:nvPr/>
        </p:nvSpPr>
        <p:spPr>
          <a:xfrm>
            <a:off x="7351776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6" name="Oval 4245"/>
          <p:cNvSpPr/>
          <p:nvPr/>
        </p:nvSpPr>
        <p:spPr>
          <a:xfrm>
            <a:off x="7516368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7" name="Oval 4246"/>
          <p:cNvSpPr/>
          <p:nvPr/>
        </p:nvSpPr>
        <p:spPr>
          <a:xfrm>
            <a:off x="7680960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8" name="Oval 4247"/>
          <p:cNvSpPr/>
          <p:nvPr/>
        </p:nvSpPr>
        <p:spPr>
          <a:xfrm>
            <a:off x="7845552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9" name="Oval 4248"/>
          <p:cNvSpPr/>
          <p:nvPr/>
        </p:nvSpPr>
        <p:spPr>
          <a:xfrm>
            <a:off x="8010144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0" name="Oval 4249"/>
          <p:cNvSpPr/>
          <p:nvPr/>
        </p:nvSpPr>
        <p:spPr>
          <a:xfrm>
            <a:off x="8174736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1" name="Oval 4250"/>
          <p:cNvSpPr/>
          <p:nvPr/>
        </p:nvSpPr>
        <p:spPr>
          <a:xfrm>
            <a:off x="8339328" y="1410004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2" name="Oval 4251"/>
          <p:cNvSpPr/>
          <p:nvPr/>
        </p:nvSpPr>
        <p:spPr>
          <a:xfrm>
            <a:off x="274320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3" name="Oval 4252"/>
          <p:cNvSpPr/>
          <p:nvPr/>
        </p:nvSpPr>
        <p:spPr>
          <a:xfrm>
            <a:off x="438912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4" name="Oval 4253"/>
          <p:cNvSpPr/>
          <p:nvPr/>
        </p:nvSpPr>
        <p:spPr>
          <a:xfrm>
            <a:off x="603504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5" name="Oval 4254"/>
          <p:cNvSpPr/>
          <p:nvPr/>
        </p:nvSpPr>
        <p:spPr>
          <a:xfrm>
            <a:off x="768096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6" name="Oval 4255"/>
          <p:cNvSpPr/>
          <p:nvPr/>
        </p:nvSpPr>
        <p:spPr>
          <a:xfrm>
            <a:off x="932688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7" name="Oval 4256"/>
          <p:cNvSpPr/>
          <p:nvPr/>
        </p:nvSpPr>
        <p:spPr>
          <a:xfrm>
            <a:off x="1097280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8" name="Oval 4257"/>
          <p:cNvSpPr/>
          <p:nvPr/>
        </p:nvSpPr>
        <p:spPr>
          <a:xfrm>
            <a:off x="1261872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9" name="Oval 4258"/>
          <p:cNvSpPr/>
          <p:nvPr/>
        </p:nvSpPr>
        <p:spPr>
          <a:xfrm>
            <a:off x="1426464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0" name="Oval 4259"/>
          <p:cNvSpPr/>
          <p:nvPr/>
        </p:nvSpPr>
        <p:spPr>
          <a:xfrm>
            <a:off x="1591056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1" name="Oval 4260"/>
          <p:cNvSpPr/>
          <p:nvPr/>
        </p:nvSpPr>
        <p:spPr>
          <a:xfrm>
            <a:off x="1755648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2" name="Oval 4261"/>
          <p:cNvSpPr/>
          <p:nvPr/>
        </p:nvSpPr>
        <p:spPr>
          <a:xfrm>
            <a:off x="1920240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3" name="Oval 4262"/>
          <p:cNvSpPr/>
          <p:nvPr/>
        </p:nvSpPr>
        <p:spPr>
          <a:xfrm>
            <a:off x="2084832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4" name="Oval 4263"/>
          <p:cNvSpPr/>
          <p:nvPr/>
        </p:nvSpPr>
        <p:spPr>
          <a:xfrm>
            <a:off x="2249424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5" name="Oval 4264"/>
          <p:cNvSpPr/>
          <p:nvPr/>
        </p:nvSpPr>
        <p:spPr>
          <a:xfrm>
            <a:off x="2414016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6" name="Oval 4265"/>
          <p:cNvSpPr/>
          <p:nvPr/>
        </p:nvSpPr>
        <p:spPr>
          <a:xfrm>
            <a:off x="2578608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7" name="Oval 4266"/>
          <p:cNvSpPr/>
          <p:nvPr/>
        </p:nvSpPr>
        <p:spPr>
          <a:xfrm>
            <a:off x="2743200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8" name="Oval 4267"/>
          <p:cNvSpPr/>
          <p:nvPr/>
        </p:nvSpPr>
        <p:spPr>
          <a:xfrm>
            <a:off x="2907792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9" name="Oval 4268"/>
          <p:cNvSpPr/>
          <p:nvPr/>
        </p:nvSpPr>
        <p:spPr>
          <a:xfrm>
            <a:off x="3072384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0" name="Oval 4269"/>
          <p:cNvSpPr/>
          <p:nvPr/>
        </p:nvSpPr>
        <p:spPr>
          <a:xfrm>
            <a:off x="3236976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1" name="Oval 4270"/>
          <p:cNvSpPr/>
          <p:nvPr/>
        </p:nvSpPr>
        <p:spPr>
          <a:xfrm>
            <a:off x="3401568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2" name="Oval 4271"/>
          <p:cNvSpPr/>
          <p:nvPr/>
        </p:nvSpPr>
        <p:spPr>
          <a:xfrm>
            <a:off x="3566160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3" name="Oval 4272"/>
          <p:cNvSpPr/>
          <p:nvPr/>
        </p:nvSpPr>
        <p:spPr>
          <a:xfrm>
            <a:off x="3730752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4" name="Oval 4273"/>
          <p:cNvSpPr/>
          <p:nvPr/>
        </p:nvSpPr>
        <p:spPr>
          <a:xfrm>
            <a:off x="3895344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5" name="Oval 4274"/>
          <p:cNvSpPr/>
          <p:nvPr/>
        </p:nvSpPr>
        <p:spPr>
          <a:xfrm>
            <a:off x="4059936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6" name="Oval 4275"/>
          <p:cNvSpPr/>
          <p:nvPr/>
        </p:nvSpPr>
        <p:spPr>
          <a:xfrm>
            <a:off x="4224528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7" name="Oval 4276"/>
          <p:cNvSpPr/>
          <p:nvPr/>
        </p:nvSpPr>
        <p:spPr>
          <a:xfrm>
            <a:off x="4389120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8" name="Oval 4277"/>
          <p:cNvSpPr/>
          <p:nvPr/>
        </p:nvSpPr>
        <p:spPr>
          <a:xfrm>
            <a:off x="4553712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9" name="Oval 4278"/>
          <p:cNvSpPr/>
          <p:nvPr/>
        </p:nvSpPr>
        <p:spPr>
          <a:xfrm>
            <a:off x="4718304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0" name="Oval 4279"/>
          <p:cNvSpPr/>
          <p:nvPr/>
        </p:nvSpPr>
        <p:spPr>
          <a:xfrm>
            <a:off x="4882896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1" name="Oval 4280"/>
          <p:cNvSpPr/>
          <p:nvPr/>
        </p:nvSpPr>
        <p:spPr>
          <a:xfrm>
            <a:off x="5047488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2" name="Oval 4281"/>
          <p:cNvSpPr/>
          <p:nvPr/>
        </p:nvSpPr>
        <p:spPr>
          <a:xfrm>
            <a:off x="5212080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3" name="Oval 4282"/>
          <p:cNvSpPr/>
          <p:nvPr/>
        </p:nvSpPr>
        <p:spPr>
          <a:xfrm>
            <a:off x="5376672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4" name="Oval 4283"/>
          <p:cNvSpPr/>
          <p:nvPr/>
        </p:nvSpPr>
        <p:spPr>
          <a:xfrm>
            <a:off x="5541264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5" name="Oval 4284"/>
          <p:cNvSpPr/>
          <p:nvPr/>
        </p:nvSpPr>
        <p:spPr>
          <a:xfrm>
            <a:off x="5705856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6" name="Oval 4285"/>
          <p:cNvSpPr/>
          <p:nvPr/>
        </p:nvSpPr>
        <p:spPr>
          <a:xfrm>
            <a:off x="5870448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7" name="Oval 4286"/>
          <p:cNvSpPr/>
          <p:nvPr/>
        </p:nvSpPr>
        <p:spPr>
          <a:xfrm>
            <a:off x="6035040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8" name="Oval 4287"/>
          <p:cNvSpPr/>
          <p:nvPr/>
        </p:nvSpPr>
        <p:spPr>
          <a:xfrm>
            <a:off x="6199632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9" name="Oval 4288"/>
          <p:cNvSpPr/>
          <p:nvPr/>
        </p:nvSpPr>
        <p:spPr>
          <a:xfrm>
            <a:off x="6364224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0" name="Oval 4289"/>
          <p:cNvSpPr/>
          <p:nvPr/>
        </p:nvSpPr>
        <p:spPr>
          <a:xfrm>
            <a:off x="6528816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1" name="Oval 4290"/>
          <p:cNvSpPr/>
          <p:nvPr/>
        </p:nvSpPr>
        <p:spPr>
          <a:xfrm>
            <a:off x="6693408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2" name="Oval 4291"/>
          <p:cNvSpPr/>
          <p:nvPr/>
        </p:nvSpPr>
        <p:spPr>
          <a:xfrm>
            <a:off x="6858000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3" name="Oval 4292"/>
          <p:cNvSpPr/>
          <p:nvPr/>
        </p:nvSpPr>
        <p:spPr>
          <a:xfrm>
            <a:off x="7022592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4" name="Oval 4293"/>
          <p:cNvSpPr/>
          <p:nvPr/>
        </p:nvSpPr>
        <p:spPr>
          <a:xfrm>
            <a:off x="7187184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5" name="Oval 4294"/>
          <p:cNvSpPr/>
          <p:nvPr/>
        </p:nvSpPr>
        <p:spPr>
          <a:xfrm>
            <a:off x="7351776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6" name="Oval 4295"/>
          <p:cNvSpPr/>
          <p:nvPr/>
        </p:nvSpPr>
        <p:spPr>
          <a:xfrm>
            <a:off x="7516368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7" name="Oval 4296"/>
          <p:cNvSpPr/>
          <p:nvPr/>
        </p:nvSpPr>
        <p:spPr>
          <a:xfrm>
            <a:off x="7680960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8" name="Oval 4297"/>
          <p:cNvSpPr/>
          <p:nvPr/>
        </p:nvSpPr>
        <p:spPr>
          <a:xfrm>
            <a:off x="7845552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9" name="Oval 4298"/>
          <p:cNvSpPr/>
          <p:nvPr/>
        </p:nvSpPr>
        <p:spPr>
          <a:xfrm>
            <a:off x="8010144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0" name="Oval 4299"/>
          <p:cNvSpPr/>
          <p:nvPr/>
        </p:nvSpPr>
        <p:spPr>
          <a:xfrm>
            <a:off x="8174736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1" name="Oval 4300"/>
          <p:cNvSpPr/>
          <p:nvPr/>
        </p:nvSpPr>
        <p:spPr>
          <a:xfrm>
            <a:off x="8339328" y="14264640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2" name="Oval 4301"/>
          <p:cNvSpPr/>
          <p:nvPr/>
        </p:nvSpPr>
        <p:spPr>
          <a:xfrm>
            <a:off x="274320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3" name="Oval 4302"/>
          <p:cNvSpPr/>
          <p:nvPr/>
        </p:nvSpPr>
        <p:spPr>
          <a:xfrm>
            <a:off x="438912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4" name="Oval 4303"/>
          <p:cNvSpPr/>
          <p:nvPr/>
        </p:nvSpPr>
        <p:spPr>
          <a:xfrm>
            <a:off x="603504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5" name="Oval 4304"/>
          <p:cNvSpPr/>
          <p:nvPr/>
        </p:nvSpPr>
        <p:spPr>
          <a:xfrm>
            <a:off x="768096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6" name="Oval 4305"/>
          <p:cNvSpPr/>
          <p:nvPr/>
        </p:nvSpPr>
        <p:spPr>
          <a:xfrm>
            <a:off x="932688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7" name="Oval 4306"/>
          <p:cNvSpPr/>
          <p:nvPr/>
        </p:nvSpPr>
        <p:spPr>
          <a:xfrm>
            <a:off x="1097280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8" name="Oval 4307"/>
          <p:cNvSpPr/>
          <p:nvPr/>
        </p:nvSpPr>
        <p:spPr>
          <a:xfrm>
            <a:off x="1261872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9" name="Oval 4308"/>
          <p:cNvSpPr/>
          <p:nvPr/>
        </p:nvSpPr>
        <p:spPr>
          <a:xfrm>
            <a:off x="1426464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0" name="Oval 4309"/>
          <p:cNvSpPr/>
          <p:nvPr/>
        </p:nvSpPr>
        <p:spPr>
          <a:xfrm>
            <a:off x="1591056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1" name="Oval 4310"/>
          <p:cNvSpPr/>
          <p:nvPr/>
        </p:nvSpPr>
        <p:spPr>
          <a:xfrm>
            <a:off x="1755648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2" name="Oval 4311"/>
          <p:cNvSpPr/>
          <p:nvPr/>
        </p:nvSpPr>
        <p:spPr>
          <a:xfrm>
            <a:off x="1920240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3" name="Oval 4312"/>
          <p:cNvSpPr/>
          <p:nvPr/>
        </p:nvSpPr>
        <p:spPr>
          <a:xfrm>
            <a:off x="2084832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4" name="Oval 4313"/>
          <p:cNvSpPr/>
          <p:nvPr/>
        </p:nvSpPr>
        <p:spPr>
          <a:xfrm>
            <a:off x="2249424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5" name="Oval 4314"/>
          <p:cNvSpPr/>
          <p:nvPr/>
        </p:nvSpPr>
        <p:spPr>
          <a:xfrm>
            <a:off x="2414016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6" name="Oval 4315"/>
          <p:cNvSpPr/>
          <p:nvPr/>
        </p:nvSpPr>
        <p:spPr>
          <a:xfrm>
            <a:off x="2578608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7" name="Oval 4316"/>
          <p:cNvSpPr/>
          <p:nvPr/>
        </p:nvSpPr>
        <p:spPr>
          <a:xfrm>
            <a:off x="2743200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8" name="Oval 4317"/>
          <p:cNvSpPr/>
          <p:nvPr/>
        </p:nvSpPr>
        <p:spPr>
          <a:xfrm>
            <a:off x="2907792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9" name="Oval 4318"/>
          <p:cNvSpPr/>
          <p:nvPr/>
        </p:nvSpPr>
        <p:spPr>
          <a:xfrm>
            <a:off x="3072384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0" name="Oval 4319"/>
          <p:cNvSpPr/>
          <p:nvPr/>
        </p:nvSpPr>
        <p:spPr>
          <a:xfrm>
            <a:off x="3236976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1" name="Oval 4320"/>
          <p:cNvSpPr/>
          <p:nvPr/>
        </p:nvSpPr>
        <p:spPr>
          <a:xfrm>
            <a:off x="3401568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2" name="Oval 4321"/>
          <p:cNvSpPr/>
          <p:nvPr/>
        </p:nvSpPr>
        <p:spPr>
          <a:xfrm>
            <a:off x="3566160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3" name="Oval 4322"/>
          <p:cNvSpPr/>
          <p:nvPr/>
        </p:nvSpPr>
        <p:spPr>
          <a:xfrm>
            <a:off x="3730752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4" name="Oval 4323"/>
          <p:cNvSpPr/>
          <p:nvPr/>
        </p:nvSpPr>
        <p:spPr>
          <a:xfrm>
            <a:off x="3895344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5" name="Oval 4324"/>
          <p:cNvSpPr/>
          <p:nvPr/>
        </p:nvSpPr>
        <p:spPr>
          <a:xfrm>
            <a:off x="4059936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6" name="Oval 4325"/>
          <p:cNvSpPr/>
          <p:nvPr/>
        </p:nvSpPr>
        <p:spPr>
          <a:xfrm>
            <a:off x="4224528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7" name="Oval 4326"/>
          <p:cNvSpPr/>
          <p:nvPr/>
        </p:nvSpPr>
        <p:spPr>
          <a:xfrm>
            <a:off x="4389120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8" name="Oval 4327"/>
          <p:cNvSpPr/>
          <p:nvPr/>
        </p:nvSpPr>
        <p:spPr>
          <a:xfrm>
            <a:off x="4553712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9" name="Oval 4328"/>
          <p:cNvSpPr/>
          <p:nvPr/>
        </p:nvSpPr>
        <p:spPr>
          <a:xfrm>
            <a:off x="4718304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0" name="Oval 4329"/>
          <p:cNvSpPr/>
          <p:nvPr/>
        </p:nvSpPr>
        <p:spPr>
          <a:xfrm>
            <a:off x="4882896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1" name="Oval 4330"/>
          <p:cNvSpPr/>
          <p:nvPr/>
        </p:nvSpPr>
        <p:spPr>
          <a:xfrm>
            <a:off x="5047488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2" name="Oval 4331"/>
          <p:cNvSpPr/>
          <p:nvPr/>
        </p:nvSpPr>
        <p:spPr>
          <a:xfrm>
            <a:off x="5212080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3" name="Oval 4332"/>
          <p:cNvSpPr/>
          <p:nvPr/>
        </p:nvSpPr>
        <p:spPr>
          <a:xfrm>
            <a:off x="5376672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4" name="Oval 4333"/>
          <p:cNvSpPr/>
          <p:nvPr/>
        </p:nvSpPr>
        <p:spPr>
          <a:xfrm>
            <a:off x="5541264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5" name="Oval 4334"/>
          <p:cNvSpPr/>
          <p:nvPr/>
        </p:nvSpPr>
        <p:spPr>
          <a:xfrm>
            <a:off x="5705856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6" name="Oval 4335"/>
          <p:cNvSpPr/>
          <p:nvPr/>
        </p:nvSpPr>
        <p:spPr>
          <a:xfrm>
            <a:off x="5870448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7" name="Oval 4336"/>
          <p:cNvSpPr/>
          <p:nvPr/>
        </p:nvSpPr>
        <p:spPr>
          <a:xfrm>
            <a:off x="6035040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8" name="Oval 4337"/>
          <p:cNvSpPr/>
          <p:nvPr/>
        </p:nvSpPr>
        <p:spPr>
          <a:xfrm>
            <a:off x="6199632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9" name="Oval 4338"/>
          <p:cNvSpPr/>
          <p:nvPr/>
        </p:nvSpPr>
        <p:spPr>
          <a:xfrm>
            <a:off x="6364224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0" name="Oval 4339"/>
          <p:cNvSpPr/>
          <p:nvPr/>
        </p:nvSpPr>
        <p:spPr>
          <a:xfrm>
            <a:off x="6528816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1" name="Oval 4340"/>
          <p:cNvSpPr/>
          <p:nvPr/>
        </p:nvSpPr>
        <p:spPr>
          <a:xfrm>
            <a:off x="6693408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2" name="Oval 4341"/>
          <p:cNvSpPr/>
          <p:nvPr/>
        </p:nvSpPr>
        <p:spPr>
          <a:xfrm>
            <a:off x="6858000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3" name="Oval 4342"/>
          <p:cNvSpPr/>
          <p:nvPr/>
        </p:nvSpPr>
        <p:spPr>
          <a:xfrm>
            <a:off x="7022592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4" name="Oval 4343"/>
          <p:cNvSpPr/>
          <p:nvPr/>
        </p:nvSpPr>
        <p:spPr>
          <a:xfrm>
            <a:off x="7187184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5" name="Oval 4344"/>
          <p:cNvSpPr/>
          <p:nvPr/>
        </p:nvSpPr>
        <p:spPr>
          <a:xfrm>
            <a:off x="7351776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6" name="Oval 4345"/>
          <p:cNvSpPr/>
          <p:nvPr/>
        </p:nvSpPr>
        <p:spPr>
          <a:xfrm>
            <a:off x="7516368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7" name="Oval 4346"/>
          <p:cNvSpPr/>
          <p:nvPr/>
        </p:nvSpPr>
        <p:spPr>
          <a:xfrm>
            <a:off x="7680960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8" name="Oval 4347"/>
          <p:cNvSpPr/>
          <p:nvPr/>
        </p:nvSpPr>
        <p:spPr>
          <a:xfrm>
            <a:off x="7845552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9" name="Oval 4348"/>
          <p:cNvSpPr/>
          <p:nvPr/>
        </p:nvSpPr>
        <p:spPr>
          <a:xfrm>
            <a:off x="8010144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0" name="Oval 4349"/>
          <p:cNvSpPr/>
          <p:nvPr/>
        </p:nvSpPr>
        <p:spPr>
          <a:xfrm>
            <a:off x="8174736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1" name="Oval 4350"/>
          <p:cNvSpPr/>
          <p:nvPr/>
        </p:nvSpPr>
        <p:spPr>
          <a:xfrm>
            <a:off x="8339328" y="14429232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2" name="Oval 4351"/>
          <p:cNvSpPr/>
          <p:nvPr/>
        </p:nvSpPr>
        <p:spPr>
          <a:xfrm>
            <a:off x="274320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3" name="Oval 4352"/>
          <p:cNvSpPr/>
          <p:nvPr/>
        </p:nvSpPr>
        <p:spPr>
          <a:xfrm>
            <a:off x="438912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4" name="Oval 4353"/>
          <p:cNvSpPr/>
          <p:nvPr/>
        </p:nvSpPr>
        <p:spPr>
          <a:xfrm>
            <a:off x="603504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5" name="Oval 4354"/>
          <p:cNvSpPr/>
          <p:nvPr/>
        </p:nvSpPr>
        <p:spPr>
          <a:xfrm>
            <a:off x="768096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6" name="Oval 4355"/>
          <p:cNvSpPr/>
          <p:nvPr/>
        </p:nvSpPr>
        <p:spPr>
          <a:xfrm>
            <a:off x="932688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7" name="Oval 4356"/>
          <p:cNvSpPr/>
          <p:nvPr/>
        </p:nvSpPr>
        <p:spPr>
          <a:xfrm>
            <a:off x="1097280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8" name="Oval 4357"/>
          <p:cNvSpPr/>
          <p:nvPr/>
        </p:nvSpPr>
        <p:spPr>
          <a:xfrm>
            <a:off x="1261872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9" name="Oval 4358"/>
          <p:cNvSpPr/>
          <p:nvPr/>
        </p:nvSpPr>
        <p:spPr>
          <a:xfrm>
            <a:off x="1426464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0" name="Oval 4359"/>
          <p:cNvSpPr/>
          <p:nvPr/>
        </p:nvSpPr>
        <p:spPr>
          <a:xfrm>
            <a:off x="1591056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1" name="Oval 4360"/>
          <p:cNvSpPr/>
          <p:nvPr/>
        </p:nvSpPr>
        <p:spPr>
          <a:xfrm>
            <a:off x="1755648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2" name="Oval 4361"/>
          <p:cNvSpPr/>
          <p:nvPr/>
        </p:nvSpPr>
        <p:spPr>
          <a:xfrm>
            <a:off x="1920240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3" name="Oval 4362"/>
          <p:cNvSpPr/>
          <p:nvPr/>
        </p:nvSpPr>
        <p:spPr>
          <a:xfrm>
            <a:off x="2084832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4" name="Oval 4363"/>
          <p:cNvSpPr/>
          <p:nvPr/>
        </p:nvSpPr>
        <p:spPr>
          <a:xfrm>
            <a:off x="2249424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5" name="Oval 4364"/>
          <p:cNvSpPr/>
          <p:nvPr/>
        </p:nvSpPr>
        <p:spPr>
          <a:xfrm>
            <a:off x="2414016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6" name="Oval 4365"/>
          <p:cNvSpPr/>
          <p:nvPr/>
        </p:nvSpPr>
        <p:spPr>
          <a:xfrm>
            <a:off x="2578608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7" name="Oval 4366"/>
          <p:cNvSpPr/>
          <p:nvPr/>
        </p:nvSpPr>
        <p:spPr>
          <a:xfrm>
            <a:off x="2743200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8" name="Oval 4367"/>
          <p:cNvSpPr/>
          <p:nvPr/>
        </p:nvSpPr>
        <p:spPr>
          <a:xfrm>
            <a:off x="2907792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9" name="Oval 4368"/>
          <p:cNvSpPr/>
          <p:nvPr/>
        </p:nvSpPr>
        <p:spPr>
          <a:xfrm>
            <a:off x="3072384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0" name="Oval 4369"/>
          <p:cNvSpPr/>
          <p:nvPr/>
        </p:nvSpPr>
        <p:spPr>
          <a:xfrm>
            <a:off x="3236976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1" name="Oval 4370"/>
          <p:cNvSpPr/>
          <p:nvPr/>
        </p:nvSpPr>
        <p:spPr>
          <a:xfrm>
            <a:off x="3401568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2" name="Oval 4371"/>
          <p:cNvSpPr/>
          <p:nvPr/>
        </p:nvSpPr>
        <p:spPr>
          <a:xfrm>
            <a:off x="3566160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3" name="Oval 4372"/>
          <p:cNvSpPr/>
          <p:nvPr/>
        </p:nvSpPr>
        <p:spPr>
          <a:xfrm>
            <a:off x="3730752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4" name="Oval 4373"/>
          <p:cNvSpPr/>
          <p:nvPr/>
        </p:nvSpPr>
        <p:spPr>
          <a:xfrm>
            <a:off x="3895344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5" name="Oval 4374"/>
          <p:cNvSpPr/>
          <p:nvPr/>
        </p:nvSpPr>
        <p:spPr>
          <a:xfrm>
            <a:off x="4059936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6" name="Oval 4375"/>
          <p:cNvSpPr/>
          <p:nvPr/>
        </p:nvSpPr>
        <p:spPr>
          <a:xfrm>
            <a:off x="4224528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7" name="Oval 4376"/>
          <p:cNvSpPr/>
          <p:nvPr/>
        </p:nvSpPr>
        <p:spPr>
          <a:xfrm>
            <a:off x="4389120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8" name="Oval 4377"/>
          <p:cNvSpPr/>
          <p:nvPr/>
        </p:nvSpPr>
        <p:spPr>
          <a:xfrm>
            <a:off x="4553712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9" name="Oval 4378"/>
          <p:cNvSpPr/>
          <p:nvPr/>
        </p:nvSpPr>
        <p:spPr>
          <a:xfrm>
            <a:off x="4718304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0" name="Oval 4379"/>
          <p:cNvSpPr/>
          <p:nvPr/>
        </p:nvSpPr>
        <p:spPr>
          <a:xfrm>
            <a:off x="4882896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1" name="Oval 4380"/>
          <p:cNvSpPr/>
          <p:nvPr/>
        </p:nvSpPr>
        <p:spPr>
          <a:xfrm>
            <a:off x="5047488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2" name="Oval 4381"/>
          <p:cNvSpPr/>
          <p:nvPr/>
        </p:nvSpPr>
        <p:spPr>
          <a:xfrm>
            <a:off x="5212080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3" name="Oval 4382"/>
          <p:cNvSpPr/>
          <p:nvPr/>
        </p:nvSpPr>
        <p:spPr>
          <a:xfrm>
            <a:off x="5376672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4" name="Oval 4383"/>
          <p:cNvSpPr/>
          <p:nvPr/>
        </p:nvSpPr>
        <p:spPr>
          <a:xfrm>
            <a:off x="5541264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5" name="Oval 4384"/>
          <p:cNvSpPr/>
          <p:nvPr/>
        </p:nvSpPr>
        <p:spPr>
          <a:xfrm>
            <a:off x="5705856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6" name="Oval 4385"/>
          <p:cNvSpPr/>
          <p:nvPr/>
        </p:nvSpPr>
        <p:spPr>
          <a:xfrm>
            <a:off x="5870448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7" name="Oval 4386"/>
          <p:cNvSpPr/>
          <p:nvPr/>
        </p:nvSpPr>
        <p:spPr>
          <a:xfrm>
            <a:off x="6035040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8" name="Oval 4387"/>
          <p:cNvSpPr/>
          <p:nvPr/>
        </p:nvSpPr>
        <p:spPr>
          <a:xfrm>
            <a:off x="6199632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9" name="Oval 4388"/>
          <p:cNvSpPr/>
          <p:nvPr/>
        </p:nvSpPr>
        <p:spPr>
          <a:xfrm>
            <a:off x="6364224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0" name="Oval 4389"/>
          <p:cNvSpPr/>
          <p:nvPr/>
        </p:nvSpPr>
        <p:spPr>
          <a:xfrm>
            <a:off x="6528816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1" name="Oval 4390"/>
          <p:cNvSpPr/>
          <p:nvPr/>
        </p:nvSpPr>
        <p:spPr>
          <a:xfrm>
            <a:off x="6693408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2" name="Oval 4391"/>
          <p:cNvSpPr/>
          <p:nvPr/>
        </p:nvSpPr>
        <p:spPr>
          <a:xfrm>
            <a:off x="6858000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3" name="Oval 4392"/>
          <p:cNvSpPr/>
          <p:nvPr/>
        </p:nvSpPr>
        <p:spPr>
          <a:xfrm>
            <a:off x="7022592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4" name="Oval 4393"/>
          <p:cNvSpPr/>
          <p:nvPr/>
        </p:nvSpPr>
        <p:spPr>
          <a:xfrm>
            <a:off x="7187184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5" name="Oval 4394"/>
          <p:cNvSpPr/>
          <p:nvPr/>
        </p:nvSpPr>
        <p:spPr>
          <a:xfrm>
            <a:off x="7351776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6" name="Oval 4395"/>
          <p:cNvSpPr/>
          <p:nvPr/>
        </p:nvSpPr>
        <p:spPr>
          <a:xfrm>
            <a:off x="7516368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7" name="Oval 4396"/>
          <p:cNvSpPr/>
          <p:nvPr/>
        </p:nvSpPr>
        <p:spPr>
          <a:xfrm>
            <a:off x="7680960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8" name="Oval 4397"/>
          <p:cNvSpPr/>
          <p:nvPr/>
        </p:nvSpPr>
        <p:spPr>
          <a:xfrm>
            <a:off x="7845552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9" name="Oval 4398"/>
          <p:cNvSpPr/>
          <p:nvPr/>
        </p:nvSpPr>
        <p:spPr>
          <a:xfrm>
            <a:off x="8010144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0" name="Oval 4399"/>
          <p:cNvSpPr/>
          <p:nvPr/>
        </p:nvSpPr>
        <p:spPr>
          <a:xfrm>
            <a:off x="8174736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1" name="Oval 4400"/>
          <p:cNvSpPr/>
          <p:nvPr/>
        </p:nvSpPr>
        <p:spPr>
          <a:xfrm>
            <a:off x="8339328" y="14593824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2" name="Oval 4401"/>
          <p:cNvSpPr/>
          <p:nvPr/>
        </p:nvSpPr>
        <p:spPr>
          <a:xfrm>
            <a:off x="274320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3" name="Oval 4402"/>
          <p:cNvSpPr/>
          <p:nvPr/>
        </p:nvSpPr>
        <p:spPr>
          <a:xfrm>
            <a:off x="438912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4" name="Oval 4403"/>
          <p:cNvSpPr/>
          <p:nvPr/>
        </p:nvSpPr>
        <p:spPr>
          <a:xfrm>
            <a:off x="603504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5" name="Oval 4404"/>
          <p:cNvSpPr/>
          <p:nvPr/>
        </p:nvSpPr>
        <p:spPr>
          <a:xfrm>
            <a:off x="768096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6" name="Oval 4405"/>
          <p:cNvSpPr/>
          <p:nvPr/>
        </p:nvSpPr>
        <p:spPr>
          <a:xfrm>
            <a:off x="932688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7" name="Oval 4406"/>
          <p:cNvSpPr/>
          <p:nvPr/>
        </p:nvSpPr>
        <p:spPr>
          <a:xfrm>
            <a:off x="1097280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8" name="Oval 4407"/>
          <p:cNvSpPr/>
          <p:nvPr/>
        </p:nvSpPr>
        <p:spPr>
          <a:xfrm>
            <a:off x="1261872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9" name="Oval 4408"/>
          <p:cNvSpPr/>
          <p:nvPr/>
        </p:nvSpPr>
        <p:spPr>
          <a:xfrm>
            <a:off x="1426464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0" name="Oval 4409"/>
          <p:cNvSpPr/>
          <p:nvPr/>
        </p:nvSpPr>
        <p:spPr>
          <a:xfrm>
            <a:off x="1591056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1" name="Oval 4410"/>
          <p:cNvSpPr/>
          <p:nvPr/>
        </p:nvSpPr>
        <p:spPr>
          <a:xfrm>
            <a:off x="1755648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2" name="Oval 4411"/>
          <p:cNvSpPr/>
          <p:nvPr/>
        </p:nvSpPr>
        <p:spPr>
          <a:xfrm>
            <a:off x="1920240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3" name="Oval 4412"/>
          <p:cNvSpPr/>
          <p:nvPr/>
        </p:nvSpPr>
        <p:spPr>
          <a:xfrm>
            <a:off x="2084832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4" name="Oval 4413"/>
          <p:cNvSpPr/>
          <p:nvPr/>
        </p:nvSpPr>
        <p:spPr>
          <a:xfrm>
            <a:off x="2249424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5" name="Oval 4414"/>
          <p:cNvSpPr/>
          <p:nvPr/>
        </p:nvSpPr>
        <p:spPr>
          <a:xfrm>
            <a:off x="2414016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6" name="Oval 4415"/>
          <p:cNvSpPr/>
          <p:nvPr/>
        </p:nvSpPr>
        <p:spPr>
          <a:xfrm>
            <a:off x="2578608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7" name="Oval 4416"/>
          <p:cNvSpPr/>
          <p:nvPr/>
        </p:nvSpPr>
        <p:spPr>
          <a:xfrm>
            <a:off x="2743200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8" name="Oval 4417"/>
          <p:cNvSpPr/>
          <p:nvPr/>
        </p:nvSpPr>
        <p:spPr>
          <a:xfrm>
            <a:off x="2907792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9" name="Oval 4418"/>
          <p:cNvSpPr/>
          <p:nvPr/>
        </p:nvSpPr>
        <p:spPr>
          <a:xfrm>
            <a:off x="3072384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0" name="Oval 4419"/>
          <p:cNvSpPr/>
          <p:nvPr/>
        </p:nvSpPr>
        <p:spPr>
          <a:xfrm>
            <a:off x="3236976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1" name="Oval 4420"/>
          <p:cNvSpPr/>
          <p:nvPr/>
        </p:nvSpPr>
        <p:spPr>
          <a:xfrm>
            <a:off x="3401568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2" name="Oval 4421"/>
          <p:cNvSpPr/>
          <p:nvPr/>
        </p:nvSpPr>
        <p:spPr>
          <a:xfrm>
            <a:off x="3566160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3" name="Oval 4422"/>
          <p:cNvSpPr/>
          <p:nvPr/>
        </p:nvSpPr>
        <p:spPr>
          <a:xfrm>
            <a:off x="3730752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4" name="Oval 4423"/>
          <p:cNvSpPr/>
          <p:nvPr/>
        </p:nvSpPr>
        <p:spPr>
          <a:xfrm>
            <a:off x="3895344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5" name="Oval 4424"/>
          <p:cNvSpPr/>
          <p:nvPr/>
        </p:nvSpPr>
        <p:spPr>
          <a:xfrm>
            <a:off x="4059936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6" name="Oval 4425"/>
          <p:cNvSpPr/>
          <p:nvPr/>
        </p:nvSpPr>
        <p:spPr>
          <a:xfrm>
            <a:off x="4224528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7" name="Oval 4426"/>
          <p:cNvSpPr/>
          <p:nvPr/>
        </p:nvSpPr>
        <p:spPr>
          <a:xfrm>
            <a:off x="4389120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8" name="Oval 4427"/>
          <p:cNvSpPr/>
          <p:nvPr/>
        </p:nvSpPr>
        <p:spPr>
          <a:xfrm>
            <a:off x="4553712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9" name="Oval 4428"/>
          <p:cNvSpPr/>
          <p:nvPr/>
        </p:nvSpPr>
        <p:spPr>
          <a:xfrm>
            <a:off x="4718304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0" name="Oval 4429"/>
          <p:cNvSpPr/>
          <p:nvPr/>
        </p:nvSpPr>
        <p:spPr>
          <a:xfrm>
            <a:off x="4882896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1" name="Oval 4430"/>
          <p:cNvSpPr/>
          <p:nvPr/>
        </p:nvSpPr>
        <p:spPr>
          <a:xfrm>
            <a:off x="5047488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2" name="Oval 4431"/>
          <p:cNvSpPr/>
          <p:nvPr/>
        </p:nvSpPr>
        <p:spPr>
          <a:xfrm>
            <a:off x="5212080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3" name="Oval 4432"/>
          <p:cNvSpPr/>
          <p:nvPr/>
        </p:nvSpPr>
        <p:spPr>
          <a:xfrm>
            <a:off x="5376672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4" name="Oval 4433"/>
          <p:cNvSpPr/>
          <p:nvPr/>
        </p:nvSpPr>
        <p:spPr>
          <a:xfrm>
            <a:off x="5541264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5" name="Oval 4434"/>
          <p:cNvSpPr/>
          <p:nvPr/>
        </p:nvSpPr>
        <p:spPr>
          <a:xfrm>
            <a:off x="5705856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6" name="Oval 4435"/>
          <p:cNvSpPr/>
          <p:nvPr/>
        </p:nvSpPr>
        <p:spPr>
          <a:xfrm>
            <a:off x="5870448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7" name="Oval 4436"/>
          <p:cNvSpPr/>
          <p:nvPr/>
        </p:nvSpPr>
        <p:spPr>
          <a:xfrm>
            <a:off x="6035040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8" name="Oval 4437"/>
          <p:cNvSpPr/>
          <p:nvPr/>
        </p:nvSpPr>
        <p:spPr>
          <a:xfrm>
            <a:off x="6199632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9" name="Oval 4438"/>
          <p:cNvSpPr/>
          <p:nvPr/>
        </p:nvSpPr>
        <p:spPr>
          <a:xfrm>
            <a:off x="6364224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0" name="Oval 4439"/>
          <p:cNvSpPr/>
          <p:nvPr/>
        </p:nvSpPr>
        <p:spPr>
          <a:xfrm>
            <a:off x="6528816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1" name="Oval 4440"/>
          <p:cNvSpPr/>
          <p:nvPr/>
        </p:nvSpPr>
        <p:spPr>
          <a:xfrm>
            <a:off x="6693408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2" name="Oval 4441"/>
          <p:cNvSpPr/>
          <p:nvPr/>
        </p:nvSpPr>
        <p:spPr>
          <a:xfrm>
            <a:off x="6858000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3" name="Oval 4442"/>
          <p:cNvSpPr/>
          <p:nvPr/>
        </p:nvSpPr>
        <p:spPr>
          <a:xfrm>
            <a:off x="7022592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4" name="Oval 4443"/>
          <p:cNvSpPr/>
          <p:nvPr/>
        </p:nvSpPr>
        <p:spPr>
          <a:xfrm>
            <a:off x="7187184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5" name="Oval 4444"/>
          <p:cNvSpPr/>
          <p:nvPr/>
        </p:nvSpPr>
        <p:spPr>
          <a:xfrm>
            <a:off x="7351776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6" name="Oval 4445"/>
          <p:cNvSpPr/>
          <p:nvPr/>
        </p:nvSpPr>
        <p:spPr>
          <a:xfrm>
            <a:off x="7516368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7" name="Oval 4446"/>
          <p:cNvSpPr/>
          <p:nvPr/>
        </p:nvSpPr>
        <p:spPr>
          <a:xfrm>
            <a:off x="7680960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8" name="Oval 4447"/>
          <p:cNvSpPr/>
          <p:nvPr/>
        </p:nvSpPr>
        <p:spPr>
          <a:xfrm>
            <a:off x="7845552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9" name="Oval 4448"/>
          <p:cNvSpPr/>
          <p:nvPr/>
        </p:nvSpPr>
        <p:spPr>
          <a:xfrm>
            <a:off x="8010144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0" name="Oval 4449"/>
          <p:cNvSpPr/>
          <p:nvPr/>
        </p:nvSpPr>
        <p:spPr>
          <a:xfrm>
            <a:off x="8174736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1" name="Oval 4450"/>
          <p:cNvSpPr/>
          <p:nvPr/>
        </p:nvSpPr>
        <p:spPr>
          <a:xfrm>
            <a:off x="8339328" y="14758416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2" name="Oval 4451"/>
          <p:cNvSpPr/>
          <p:nvPr/>
        </p:nvSpPr>
        <p:spPr>
          <a:xfrm>
            <a:off x="274320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3" name="Oval 4452"/>
          <p:cNvSpPr/>
          <p:nvPr/>
        </p:nvSpPr>
        <p:spPr>
          <a:xfrm>
            <a:off x="438912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4" name="Oval 4453"/>
          <p:cNvSpPr/>
          <p:nvPr/>
        </p:nvSpPr>
        <p:spPr>
          <a:xfrm>
            <a:off x="603504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5" name="Oval 4454"/>
          <p:cNvSpPr/>
          <p:nvPr/>
        </p:nvSpPr>
        <p:spPr>
          <a:xfrm>
            <a:off x="768096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6" name="Oval 4455"/>
          <p:cNvSpPr/>
          <p:nvPr/>
        </p:nvSpPr>
        <p:spPr>
          <a:xfrm>
            <a:off x="932688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7" name="Oval 4456"/>
          <p:cNvSpPr/>
          <p:nvPr/>
        </p:nvSpPr>
        <p:spPr>
          <a:xfrm>
            <a:off x="1097280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8" name="Oval 4457"/>
          <p:cNvSpPr/>
          <p:nvPr/>
        </p:nvSpPr>
        <p:spPr>
          <a:xfrm>
            <a:off x="1261872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9" name="Oval 4458"/>
          <p:cNvSpPr/>
          <p:nvPr/>
        </p:nvSpPr>
        <p:spPr>
          <a:xfrm>
            <a:off x="1426464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0" name="Oval 4459"/>
          <p:cNvSpPr/>
          <p:nvPr/>
        </p:nvSpPr>
        <p:spPr>
          <a:xfrm>
            <a:off x="1591056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1" name="Oval 4460"/>
          <p:cNvSpPr/>
          <p:nvPr/>
        </p:nvSpPr>
        <p:spPr>
          <a:xfrm>
            <a:off x="1755648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2" name="Oval 4461"/>
          <p:cNvSpPr/>
          <p:nvPr/>
        </p:nvSpPr>
        <p:spPr>
          <a:xfrm>
            <a:off x="1920240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3" name="Oval 4462"/>
          <p:cNvSpPr/>
          <p:nvPr/>
        </p:nvSpPr>
        <p:spPr>
          <a:xfrm>
            <a:off x="2084832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4" name="Oval 4463"/>
          <p:cNvSpPr/>
          <p:nvPr/>
        </p:nvSpPr>
        <p:spPr>
          <a:xfrm>
            <a:off x="2249424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5" name="Oval 4464"/>
          <p:cNvSpPr/>
          <p:nvPr/>
        </p:nvSpPr>
        <p:spPr>
          <a:xfrm>
            <a:off x="2414016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6" name="Oval 4465"/>
          <p:cNvSpPr/>
          <p:nvPr/>
        </p:nvSpPr>
        <p:spPr>
          <a:xfrm>
            <a:off x="2578608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7" name="Oval 4466"/>
          <p:cNvSpPr/>
          <p:nvPr/>
        </p:nvSpPr>
        <p:spPr>
          <a:xfrm>
            <a:off x="2743200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8" name="Oval 4467"/>
          <p:cNvSpPr/>
          <p:nvPr/>
        </p:nvSpPr>
        <p:spPr>
          <a:xfrm>
            <a:off x="2907792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9" name="Oval 4468"/>
          <p:cNvSpPr/>
          <p:nvPr/>
        </p:nvSpPr>
        <p:spPr>
          <a:xfrm>
            <a:off x="3072384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0" name="Oval 4469"/>
          <p:cNvSpPr/>
          <p:nvPr/>
        </p:nvSpPr>
        <p:spPr>
          <a:xfrm>
            <a:off x="3236976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1" name="Oval 4470"/>
          <p:cNvSpPr/>
          <p:nvPr/>
        </p:nvSpPr>
        <p:spPr>
          <a:xfrm>
            <a:off x="3401568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2" name="Oval 4471"/>
          <p:cNvSpPr/>
          <p:nvPr/>
        </p:nvSpPr>
        <p:spPr>
          <a:xfrm>
            <a:off x="3566160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3" name="Oval 4472"/>
          <p:cNvSpPr/>
          <p:nvPr/>
        </p:nvSpPr>
        <p:spPr>
          <a:xfrm>
            <a:off x="3730752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4" name="Oval 4473"/>
          <p:cNvSpPr/>
          <p:nvPr/>
        </p:nvSpPr>
        <p:spPr>
          <a:xfrm>
            <a:off x="3895344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5" name="Oval 4474"/>
          <p:cNvSpPr/>
          <p:nvPr/>
        </p:nvSpPr>
        <p:spPr>
          <a:xfrm>
            <a:off x="4059936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6" name="Oval 4475"/>
          <p:cNvSpPr/>
          <p:nvPr/>
        </p:nvSpPr>
        <p:spPr>
          <a:xfrm>
            <a:off x="4224528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7" name="Oval 4476"/>
          <p:cNvSpPr/>
          <p:nvPr/>
        </p:nvSpPr>
        <p:spPr>
          <a:xfrm>
            <a:off x="4389120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8" name="Oval 4477"/>
          <p:cNvSpPr/>
          <p:nvPr/>
        </p:nvSpPr>
        <p:spPr>
          <a:xfrm>
            <a:off x="4553712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9" name="Oval 4478"/>
          <p:cNvSpPr/>
          <p:nvPr/>
        </p:nvSpPr>
        <p:spPr>
          <a:xfrm>
            <a:off x="4718304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0" name="Oval 4479"/>
          <p:cNvSpPr/>
          <p:nvPr/>
        </p:nvSpPr>
        <p:spPr>
          <a:xfrm>
            <a:off x="4882896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1" name="Oval 4480"/>
          <p:cNvSpPr/>
          <p:nvPr/>
        </p:nvSpPr>
        <p:spPr>
          <a:xfrm>
            <a:off x="5047488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2" name="Oval 4481"/>
          <p:cNvSpPr/>
          <p:nvPr/>
        </p:nvSpPr>
        <p:spPr>
          <a:xfrm>
            <a:off x="5212080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3" name="Oval 4482"/>
          <p:cNvSpPr/>
          <p:nvPr/>
        </p:nvSpPr>
        <p:spPr>
          <a:xfrm>
            <a:off x="5376672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4" name="Oval 4483"/>
          <p:cNvSpPr/>
          <p:nvPr/>
        </p:nvSpPr>
        <p:spPr>
          <a:xfrm>
            <a:off x="5541264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5" name="Oval 4484"/>
          <p:cNvSpPr/>
          <p:nvPr/>
        </p:nvSpPr>
        <p:spPr>
          <a:xfrm>
            <a:off x="5705856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6" name="Oval 4485"/>
          <p:cNvSpPr/>
          <p:nvPr/>
        </p:nvSpPr>
        <p:spPr>
          <a:xfrm>
            <a:off x="5870448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7" name="Oval 4486"/>
          <p:cNvSpPr/>
          <p:nvPr/>
        </p:nvSpPr>
        <p:spPr>
          <a:xfrm>
            <a:off x="6035040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8" name="Oval 4487"/>
          <p:cNvSpPr/>
          <p:nvPr/>
        </p:nvSpPr>
        <p:spPr>
          <a:xfrm>
            <a:off x="6199632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9" name="Oval 4488"/>
          <p:cNvSpPr/>
          <p:nvPr/>
        </p:nvSpPr>
        <p:spPr>
          <a:xfrm>
            <a:off x="6364224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0" name="Oval 4489"/>
          <p:cNvSpPr/>
          <p:nvPr/>
        </p:nvSpPr>
        <p:spPr>
          <a:xfrm>
            <a:off x="6528816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1" name="Oval 4490"/>
          <p:cNvSpPr/>
          <p:nvPr/>
        </p:nvSpPr>
        <p:spPr>
          <a:xfrm>
            <a:off x="6693408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2" name="Oval 4491"/>
          <p:cNvSpPr/>
          <p:nvPr/>
        </p:nvSpPr>
        <p:spPr>
          <a:xfrm>
            <a:off x="6858000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3" name="Oval 4492"/>
          <p:cNvSpPr/>
          <p:nvPr/>
        </p:nvSpPr>
        <p:spPr>
          <a:xfrm>
            <a:off x="7022592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4" name="Oval 4493"/>
          <p:cNvSpPr/>
          <p:nvPr/>
        </p:nvSpPr>
        <p:spPr>
          <a:xfrm>
            <a:off x="7187184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5" name="Oval 4494"/>
          <p:cNvSpPr/>
          <p:nvPr/>
        </p:nvSpPr>
        <p:spPr>
          <a:xfrm>
            <a:off x="7351776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6" name="Oval 4495"/>
          <p:cNvSpPr/>
          <p:nvPr/>
        </p:nvSpPr>
        <p:spPr>
          <a:xfrm>
            <a:off x="7516368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7" name="Oval 4496"/>
          <p:cNvSpPr/>
          <p:nvPr/>
        </p:nvSpPr>
        <p:spPr>
          <a:xfrm>
            <a:off x="7680960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8" name="Oval 4497"/>
          <p:cNvSpPr/>
          <p:nvPr/>
        </p:nvSpPr>
        <p:spPr>
          <a:xfrm>
            <a:off x="7845552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9" name="Oval 4498"/>
          <p:cNvSpPr/>
          <p:nvPr/>
        </p:nvSpPr>
        <p:spPr>
          <a:xfrm>
            <a:off x="8010144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0" name="Oval 4499"/>
          <p:cNvSpPr/>
          <p:nvPr/>
        </p:nvSpPr>
        <p:spPr>
          <a:xfrm>
            <a:off x="8174736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1" name="Oval 4500"/>
          <p:cNvSpPr/>
          <p:nvPr/>
        </p:nvSpPr>
        <p:spPr>
          <a:xfrm>
            <a:off x="8339328" y="14923008"/>
            <a:ext cx="38100" cy="381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2" name="Rectangle 4501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solidFill>
            <a:srgbClr val="BBDE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3" name="TextBox 4502"/>
          <p:cNvSpPr txBox="1"/>
          <p:nvPr/>
        </p:nvSpPr>
        <p:spPr>
          <a:xfrm>
            <a:off x="731520" y="50292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defRPr sz="3200" b="1">
                <a:solidFill>
                  <a:srgbClr val="2C2C2C"/>
                </a:solidFill>
                <a:latin typeface="Microsoft YaHei"/>
              </a:defRPr>
            </a:pPr>
            <a:r>
              <a:t>📋 你的焦虑清单</a:t>
            </a:r>
          </a:p>
        </p:txBody>
      </p:sp>
      <p:sp>
        <p:nvSpPr>
          <p:cNvPr id="4504" name="TextBox 4503"/>
          <p:cNvSpPr txBox="1"/>
          <p:nvPr/>
        </p:nvSpPr>
        <p:spPr>
          <a:xfrm>
            <a:off x="91440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5D4037"/>
                </a:solidFill>
                <a:latin typeface="Microsoft YaHei"/>
              </a:defRPr>
            </a:pPr>
            <a:r>
              <a:t>看看你中了几条？（全中的请举手🙋）</a:t>
            </a:r>
          </a:p>
        </p:txBody>
      </p:sp>
      <p:sp>
        <p:nvSpPr>
          <p:cNvPr id="4505" name="Rounded Rectangle 4504"/>
          <p:cNvSpPr/>
          <p:nvPr/>
        </p:nvSpPr>
        <p:spPr>
          <a:xfrm>
            <a:off x="457200" y="1828800"/>
            <a:ext cx="3474720" cy="347472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240"/>
              </a:lnSpc>
              <a:defRPr sz="1400">
                <a:solidFill>
                  <a:srgbClr val="5D4037"/>
                </a:solidFill>
                <a:latin typeface="Microsoft YaHei"/>
              </a:defRPr>
            </a:pPr>
          </a:p>
        </p:txBody>
      </p:sp>
      <p:sp>
        <p:nvSpPr>
          <p:cNvPr id="4506" name="TextBox 4505"/>
          <p:cNvSpPr txBox="1"/>
          <p:nvPr/>
        </p:nvSpPr>
        <p:spPr>
          <a:xfrm>
            <a:off x="173736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0">
                <a:solidFill>
                  <a:srgbClr val="2C2C2C"/>
                </a:solidFill>
                <a:latin typeface="Microsoft YaHei"/>
              </a:defRPr>
            </a:pPr>
            <a:r>
              <a:t>😰</a:t>
            </a:r>
          </a:p>
        </p:txBody>
      </p:sp>
      <p:sp>
        <p:nvSpPr>
          <p:cNvPr id="4507" name="TextBox 4506"/>
          <p:cNvSpPr txBox="1"/>
          <p:nvPr/>
        </p:nvSpPr>
        <p:spPr>
          <a:xfrm>
            <a:off x="73152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 sz="1800" b="1">
                <a:solidFill>
                  <a:srgbClr val="2C2C2C"/>
                </a:solidFill>
                <a:latin typeface="Microsoft YaHei"/>
              </a:defRPr>
            </a:pPr>
            <a:r>
              <a:t>同龄人焦虑</a:t>
            </a:r>
          </a:p>
        </p:txBody>
      </p:sp>
      <p:sp>
        <p:nvSpPr>
          <p:cNvPr id="4508" name="TextBox 4507"/>
          <p:cNvSpPr txBox="1"/>
          <p:nvPr/>
        </p:nvSpPr>
        <p:spPr>
          <a:xfrm>
            <a:off x="731520" y="32004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别人结婚生娃升职</a:t>
            </a:r>
            <a:br/>
            <a:r>
              <a:t>我还在想今天吃什么</a:t>
            </a:r>
          </a:p>
        </p:txBody>
      </p:sp>
      <p:sp>
        <p:nvSpPr>
          <p:cNvPr id="4509" name="Rectangle 4508"/>
          <p:cNvSpPr/>
          <p:nvPr/>
        </p:nvSpPr>
        <p:spPr>
          <a:xfrm rot="21420000">
            <a:off x="1188720" y="1737360"/>
            <a:ext cx="2011680" cy="274320"/>
          </a:xfrm>
          <a:prstGeom prst="rect">
            <a:avLst/>
          </a:prstGeom>
          <a:solidFill>
            <a:srgbClr val="FCD5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0" name="Rounded Rectangle 4509"/>
          <p:cNvSpPr/>
          <p:nvPr/>
        </p:nvSpPr>
        <p:spPr>
          <a:xfrm>
            <a:off x="4389120" y="1828800"/>
            <a:ext cx="3474720" cy="347472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240"/>
              </a:lnSpc>
              <a:defRPr sz="1400">
                <a:solidFill>
                  <a:srgbClr val="5D4037"/>
                </a:solidFill>
                <a:latin typeface="Microsoft YaHei"/>
              </a:defRPr>
            </a:pPr>
          </a:p>
        </p:txBody>
      </p:sp>
      <p:sp>
        <p:nvSpPr>
          <p:cNvPr id="4511" name="TextBox 4510"/>
          <p:cNvSpPr txBox="1"/>
          <p:nvPr/>
        </p:nvSpPr>
        <p:spPr>
          <a:xfrm>
            <a:off x="566928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0">
                <a:solidFill>
                  <a:srgbClr val="2C2C2C"/>
                </a:solidFill>
                <a:latin typeface="Microsoft YaHei"/>
              </a:defRPr>
            </a:pPr>
            <a:r>
              <a:t>📱</a:t>
            </a:r>
          </a:p>
        </p:txBody>
      </p:sp>
      <p:sp>
        <p:nvSpPr>
          <p:cNvPr id="4512" name="TextBox 4511"/>
          <p:cNvSpPr txBox="1"/>
          <p:nvPr/>
        </p:nvSpPr>
        <p:spPr>
          <a:xfrm>
            <a:off x="466344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 sz="1800" b="1">
                <a:solidFill>
                  <a:srgbClr val="2C2C2C"/>
                </a:solidFill>
                <a:latin typeface="Microsoft YaHei"/>
              </a:defRPr>
            </a:pPr>
            <a:r>
              <a:t>社交媒体焦虑</a:t>
            </a:r>
          </a:p>
        </p:txBody>
      </p:sp>
      <p:sp>
        <p:nvSpPr>
          <p:cNvPr id="4513" name="TextBox 4512"/>
          <p:cNvSpPr txBox="1"/>
          <p:nvPr/>
        </p:nvSpPr>
        <p:spPr>
          <a:xfrm>
            <a:off x="4663440" y="32004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朋友圈人均精致生活</a:t>
            </a:r>
            <a:br/>
            <a:r>
              <a:t>我连被子都没叠</a:t>
            </a:r>
          </a:p>
        </p:txBody>
      </p:sp>
      <p:sp>
        <p:nvSpPr>
          <p:cNvPr id="4514" name="Rectangle 4513"/>
          <p:cNvSpPr/>
          <p:nvPr/>
        </p:nvSpPr>
        <p:spPr>
          <a:xfrm rot="21540000">
            <a:off x="5120640" y="1737360"/>
            <a:ext cx="2011680" cy="274320"/>
          </a:xfrm>
          <a:prstGeom prst="rect">
            <a:avLst/>
          </a:prstGeom>
          <a:solidFill>
            <a:srgbClr val="FFF3B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5" name="Rounded Rectangle 4514"/>
          <p:cNvSpPr/>
          <p:nvPr/>
        </p:nvSpPr>
        <p:spPr>
          <a:xfrm>
            <a:off x="457200" y="5669280"/>
            <a:ext cx="3474720" cy="34747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240"/>
              </a:lnSpc>
              <a:defRPr sz="1400">
                <a:solidFill>
                  <a:srgbClr val="5D4037"/>
                </a:solidFill>
                <a:latin typeface="Microsoft YaHei"/>
              </a:defRPr>
            </a:pPr>
          </a:p>
        </p:txBody>
      </p:sp>
      <p:sp>
        <p:nvSpPr>
          <p:cNvPr id="4516" name="TextBox 4515"/>
          <p:cNvSpPr txBox="1"/>
          <p:nvPr/>
        </p:nvSpPr>
        <p:spPr>
          <a:xfrm>
            <a:off x="1737360" y="5852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0">
                <a:solidFill>
                  <a:srgbClr val="2C2C2C"/>
                </a:solidFill>
                <a:latin typeface="Microsoft YaHei"/>
              </a:defRPr>
            </a:pPr>
            <a:r>
              <a:t>⏰</a:t>
            </a:r>
          </a:p>
        </p:txBody>
      </p:sp>
      <p:sp>
        <p:nvSpPr>
          <p:cNvPr id="4517" name="TextBox 4516"/>
          <p:cNvSpPr txBox="1"/>
          <p:nvPr/>
        </p:nvSpPr>
        <p:spPr>
          <a:xfrm>
            <a:off x="731520" y="6492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 sz="1800" b="1">
                <a:solidFill>
                  <a:srgbClr val="2C2C2C"/>
                </a:solidFill>
                <a:latin typeface="Microsoft YaHei"/>
              </a:defRPr>
            </a:pPr>
            <a:r>
              <a:t>年龄焦虑</a:t>
            </a:r>
          </a:p>
        </p:txBody>
      </p:sp>
      <p:sp>
        <p:nvSpPr>
          <p:cNvPr id="4518" name="TextBox 4517"/>
          <p:cNvSpPr txBox="1"/>
          <p:nvPr/>
        </p:nvSpPr>
        <p:spPr>
          <a:xfrm>
            <a:off x="731520" y="70408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25岁觉得来不及了</a:t>
            </a:r>
            <a:br/>
            <a:r>
              <a:t>30岁觉得人生完了</a:t>
            </a:r>
          </a:p>
        </p:txBody>
      </p:sp>
      <p:sp>
        <p:nvSpPr>
          <p:cNvPr id="4519" name="Rectangle 4518"/>
          <p:cNvSpPr/>
          <p:nvPr/>
        </p:nvSpPr>
        <p:spPr>
          <a:xfrm rot="60000">
            <a:off x="1188720" y="5577840"/>
            <a:ext cx="2011680" cy="274320"/>
          </a:xfrm>
          <a:prstGeom prst="rect">
            <a:avLst/>
          </a:prstGeom>
          <a:solidFill>
            <a:srgbClr val="C8E6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0" name="Rounded Rectangle 4519"/>
          <p:cNvSpPr/>
          <p:nvPr/>
        </p:nvSpPr>
        <p:spPr>
          <a:xfrm>
            <a:off x="4389120" y="5669280"/>
            <a:ext cx="3474720" cy="347472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240"/>
              </a:lnSpc>
              <a:defRPr sz="1400">
                <a:solidFill>
                  <a:srgbClr val="5D4037"/>
                </a:solidFill>
                <a:latin typeface="Microsoft YaHei"/>
              </a:defRPr>
            </a:pPr>
          </a:p>
        </p:txBody>
      </p:sp>
      <p:sp>
        <p:nvSpPr>
          <p:cNvPr id="4521" name="TextBox 4520"/>
          <p:cNvSpPr txBox="1"/>
          <p:nvPr/>
        </p:nvSpPr>
        <p:spPr>
          <a:xfrm>
            <a:off x="5669280" y="5852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0">
                <a:solidFill>
                  <a:srgbClr val="2C2C2C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4522" name="TextBox 4521"/>
          <p:cNvSpPr txBox="1"/>
          <p:nvPr/>
        </p:nvSpPr>
        <p:spPr>
          <a:xfrm>
            <a:off x="4663440" y="6492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 sz="1800" b="1">
                <a:solidFill>
                  <a:srgbClr val="2C2C2C"/>
                </a:solidFill>
                <a:latin typeface="Microsoft YaHei"/>
              </a:defRPr>
            </a:pPr>
            <a:r>
              <a:t>金钱焦虑</a:t>
            </a:r>
          </a:p>
        </p:txBody>
      </p:sp>
      <p:sp>
        <p:nvSpPr>
          <p:cNvPr id="4523" name="TextBox 4522"/>
          <p:cNvSpPr txBox="1"/>
          <p:nvPr/>
        </p:nvSpPr>
        <p:spPr>
          <a:xfrm>
            <a:off x="4663440" y="70408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工资涨幅跑不过</a:t>
            </a:r>
            <a:br/>
            <a:r>
              <a:t>奶茶涨价速度</a:t>
            </a:r>
          </a:p>
        </p:txBody>
      </p:sp>
      <p:sp>
        <p:nvSpPr>
          <p:cNvPr id="4524" name="Rectangle 4523"/>
          <p:cNvSpPr/>
          <p:nvPr/>
        </p:nvSpPr>
        <p:spPr>
          <a:xfrm rot="180000">
            <a:off x="5120640" y="5577840"/>
            <a:ext cx="2011680" cy="274320"/>
          </a:xfrm>
          <a:prstGeom prst="rect">
            <a:avLst/>
          </a:prstGeom>
          <a:solidFill>
            <a:srgbClr val="BBDE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5" name="Rounded Rectangle 4524"/>
          <p:cNvSpPr/>
          <p:nvPr/>
        </p:nvSpPr>
        <p:spPr>
          <a:xfrm>
            <a:off x="457200" y="9509760"/>
            <a:ext cx="3474720" cy="347472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240"/>
              </a:lnSpc>
              <a:defRPr sz="1400">
                <a:solidFill>
                  <a:srgbClr val="5D4037"/>
                </a:solidFill>
                <a:latin typeface="Microsoft YaHei"/>
              </a:defRPr>
            </a:pPr>
          </a:p>
        </p:txBody>
      </p:sp>
      <p:sp>
        <p:nvSpPr>
          <p:cNvPr id="4526" name="TextBox 4525"/>
          <p:cNvSpPr txBox="1"/>
          <p:nvPr/>
        </p:nvSpPr>
        <p:spPr>
          <a:xfrm>
            <a:off x="1737360" y="9692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0">
                <a:solidFill>
                  <a:srgbClr val="2C2C2C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4527" name="TextBox 4526"/>
          <p:cNvSpPr txBox="1"/>
          <p:nvPr/>
        </p:nvSpPr>
        <p:spPr>
          <a:xfrm>
            <a:off x="731520" y="10332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 sz="1800" b="1">
                <a:solidFill>
                  <a:srgbClr val="2C2C2C"/>
                </a:solidFill>
                <a:latin typeface="Microsoft YaHei"/>
              </a:defRPr>
            </a:pPr>
            <a:r>
              <a:t>自我审查</a:t>
            </a:r>
          </a:p>
        </p:txBody>
      </p:sp>
      <p:sp>
        <p:nvSpPr>
          <p:cNvPr id="4528" name="TextBox 4527"/>
          <p:cNvSpPr txBox="1"/>
          <p:nvPr/>
        </p:nvSpPr>
        <p:spPr>
          <a:xfrm>
            <a:off x="731520" y="108813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发条朋友圈要P图1小时</a:t>
            </a:r>
            <a:br/>
            <a:r>
              <a:t>最后设为仅自己可见</a:t>
            </a:r>
          </a:p>
        </p:txBody>
      </p:sp>
      <p:sp>
        <p:nvSpPr>
          <p:cNvPr id="4529" name="Rectangle 4528"/>
          <p:cNvSpPr/>
          <p:nvPr/>
        </p:nvSpPr>
        <p:spPr>
          <a:xfrm rot="300000">
            <a:off x="1188720" y="9418320"/>
            <a:ext cx="2011680" cy="274320"/>
          </a:xfrm>
          <a:prstGeom prst="rect">
            <a:avLst/>
          </a:prstGeom>
          <a:solidFill>
            <a:srgbClr val="FCD5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0" name="Rounded Rectangle 4529"/>
          <p:cNvSpPr/>
          <p:nvPr/>
        </p:nvSpPr>
        <p:spPr>
          <a:xfrm>
            <a:off x="4389120" y="9509760"/>
            <a:ext cx="3474720" cy="34747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240"/>
              </a:lnSpc>
              <a:defRPr sz="1400">
                <a:solidFill>
                  <a:srgbClr val="5D4037"/>
                </a:solidFill>
                <a:latin typeface="Microsoft YaHei"/>
              </a:defRPr>
            </a:pPr>
          </a:p>
        </p:txBody>
      </p:sp>
      <p:sp>
        <p:nvSpPr>
          <p:cNvPr id="4531" name="TextBox 4530"/>
          <p:cNvSpPr txBox="1"/>
          <p:nvPr/>
        </p:nvSpPr>
        <p:spPr>
          <a:xfrm>
            <a:off x="5669280" y="9692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0">
                <a:solidFill>
                  <a:srgbClr val="2C2C2C"/>
                </a:solidFill>
                <a:latin typeface="Microsoft YaHei"/>
              </a:defRPr>
            </a:pPr>
            <a:r>
              <a:t>😔</a:t>
            </a:r>
          </a:p>
        </p:txBody>
      </p:sp>
      <p:sp>
        <p:nvSpPr>
          <p:cNvPr id="4532" name="TextBox 4531"/>
          <p:cNvSpPr txBox="1"/>
          <p:nvPr/>
        </p:nvSpPr>
        <p:spPr>
          <a:xfrm>
            <a:off x="4663440" y="10332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 sz="1800" b="1">
                <a:solidFill>
                  <a:srgbClr val="2C2C2C"/>
                </a:solidFill>
                <a:latin typeface="Microsoft YaHei"/>
              </a:defRPr>
            </a:pPr>
            <a:r>
              <a:t>休息羞耻</a:t>
            </a:r>
          </a:p>
        </p:txBody>
      </p:sp>
      <p:sp>
        <p:nvSpPr>
          <p:cNvPr id="4533" name="TextBox 4532"/>
          <p:cNvSpPr txBox="1"/>
          <p:nvPr/>
        </p:nvSpPr>
        <p:spPr>
          <a:xfrm>
            <a:off x="4663440" y="108813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休息一天就焦虑</a:t>
            </a:r>
            <a:br/>
            <a:r>
              <a:t>觉得自己在浪费生命</a:t>
            </a:r>
          </a:p>
        </p:txBody>
      </p:sp>
      <p:sp>
        <p:nvSpPr>
          <p:cNvPr id="4534" name="Rectangle 4533"/>
          <p:cNvSpPr/>
          <p:nvPr/>
        </p:nvSpPr>
        <p:spPr>
          <a:xfrm rot="420000">
            <a:off x="5120640" y="9418320"/>
            <a:ext cx="2011680" cy="274320"/>
          </a:xfrm>
          <a:prstGeom prst="rect">
            <a:avLst/>
          </a:prstGeom>
          <a:solidFill>
            <a:srgbClr val="FFF3B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5" name="Rounded Rectangle 4534"/>
          <p:cNvSpPr/>
          <p:nvPr/>
        </p:nvSpPr>
        <p:spPr>
          <a:xfrm>
            <a:off x="1371600" y="13258800"/>
            <a:ext cx="5486400" cy="91440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080"/>
              </a:lnSpc>
              <a:defRPr sz="1300">
                <a:solidFill>
                  <a:srgbClr val="5D4037"/>
                </a:solidFill>
                <a:latin typeface="Microsoft YaHei"/>
              </a:defRPr>
            </a:pPr>
            <a:r>
              <a:t>💛 如果你中了3条以上 说明你是一个正常的东亚人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548640"/>
            <a:ext cx="4572000" cy="822960"/>
          </a:xfrm>
          <a:prstGeom prst="roundRect">
            <a:avLst/>
          </a:prstGeom>
          <a:solidFill>
            <a:srgbClr val="E8D5B7"/>
          </a:solidFill>
          <a:ln w="127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594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defRPr sz="2800" b="1">
                <a:solidFill>
                  <a:srgbClr val="2C2C2C"/>
                </a:solidFill>
                <a:latin typeface="Microsoft YaHei"/>
              </a:defRPr>
            </a:pPr>
            <a:r>
              <a:t>🔍 焦虑从哪里来？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457200" cy="2926080"/>
          </a:xfrm>
          <a:prstGeom prst="rect">
            <a:avLst/>
          </a:prstGeom>
          <a:solidFill>
            <a:srgbClr val="FCD5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74320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0">
                <a:solidFill>
                  <a:srgbClr val="2C2C2C"/>
                </a:solidFill>
                <a:latin typeface="Microsoft YaHei"/>
              </a:defRPr>
            </a:pPr>
            <a:r>
              <a:t>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828800"/>
            <a:ext cx="6400800" cy="3474720"/>
          </a:xfrm>
          <a:prstGeom prst="roundRect">
            <a:avLst/>
          </a:prstGeom>
          <a:solidFill>
            <a:srgbClr val="FFF9C4"/>
          </a:solidFill>
          <a:ln w="635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1828800"/>
            <a:ext cx="274320" cy="381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1828800"/>
            <a:ext cx="38100" cy="27432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828800"/>
            <a:ext cx="274320" cy="381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1828800"/>
            <a:ext cx="38100" cy="27432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01168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200" b="1">
                <a:solidFill>
                  <a:srgbClr val="2C2C2C"/>
                </a:solidFill>
                <a:latin typeface="Microsoft YaHei"/>
              </a:defRPr>
            </a:pPr>
            <a:r>
              <a:t>教育系统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defRPr sz="1400" b="0">
                <a:solidFill>
                  <a:srgbClr val="5D4037"/>
                </a:solidFill>
                <a:latin typeface="Microsoft YaHei"/>
              </a:defRPr>
            </a:pPr>
            <a:r>
              <a:t>• 从小被教育「不能输在起跑线」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46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defRPr sz="1400" b="0">
                <a:solidFill>
                  <a:srgbClr val="5D4037"/>
                </a:solidFill>
                <a:latin typeface="Microsoft YaHei"/>
              </a:defRPr>
            </a:pPr>
            <a:r>
              <a:t>• 考了98分被问另外2分呢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defRPr sz="1400" b="0">
                <a:solidFill>
                  <a:srgbClr val="5D4037"/>
                </a:solidFill>
                <a:latin typeface="Microsoft YaHei"/>
              </a:defRPr>
            </a:pPr>
            <a:r>
              <a:t>• 第一名只有一个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34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defRPr sz="1400" b="0">
                <a:solidFill>
                  <a:srgbClr val="5D4037"/>
                </a:solidFill>
                <a:latin typeface="Microsoft YaHei"/>
              </a:defRPr>
            </a:pPr>
            <a:r>
              <a:t>• 但所有人都被要求争第一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217920"/>
            <a:ext cx="457200" cy="2926080"/>
          </a:xfrm>
          <a:prstGeom prst="rect">
            <a:avLst/>
          </a:prstGeom>
          <a:solidFill>
            <a:srgbClr val="FFF3B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85800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0">
                <a:solidFill>
                  <a:srgbClr val="2C2C2C"/>
                </a:solidFill>
                <a:latin typeface="Microsoft YaHei"/>
              </a:defRPr>
            </a:pPr>
            <a:r>
              <a:t>👨‍👩‍👧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5943600"/>
            <a:ext cx="6400800" cy="347472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8720" y="5943600"/>
            <a:ext cx="274320" cy="381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88720" y="5943600"/>
            <a:ext cx="38100" cy="27432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5943600"/>
            <a:ext cx="274320" cy="381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5943600"/>
            <a:ext cx="38100" cy="27432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612648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200" b="1">
                <a:solidFill>
                  <a:srgbClr val="2C2C2C"/>
                </a:solidFill>
                <a:latin typeface="Microsoft YaHei"/>
              </a:defRPr>
            </a:pPr>
            <a:r>
              <a:t>家庭期待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6766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defRPr sz="1400" b="0">
                <a:solidFill>
                  <a:srgbClr val="5D4037"/>
                </a:solidFill>
                <a:latin typeface="Microsoft YaHei"/>
              </a:defRPr>
            </a:pPr>
            <a:r>
              <a:t>• 「别人家的孩子」是终身阴影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7360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defRPr sz="1400" b="0">
                <a:solidFill>
                  <a:srgbClr val="5D4037"/>
                </a:solidFill>
                <a:latin typeface="Microsoft YaHei"/>
              </a:defRPr>
            </a:pPr>
            <a:r>
              <a:t>• 听话是美德，叛逆是罪过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7955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defRPr sz="1400" b="0">
                <a:solidFill>
                  <a:srgbClr val="5D4037"/>
                </a:solidFill>
                <a:latin typeface="Microsoft YaHei"/>
              </a:defRPr>
            </a:pPr>
            <a:r>
              <a:t>• 你的选择永远不够好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8549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defRPr sz="1400" b="0">
                <a:solidFill>
                  <a:srgbClr val="5D4037"/>
                </a:solidFill>
                <a:latin typeface="Microsoft YaHei"/>
              </a:defRPr>
            </a:pPr>
            <a:r>
              <a:t>• 他们的担心永远不够多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10332720"/>
            <a:ext cx="457200" cy="2926080"/>
          </a:xfrm>
          <a:prstGeom prst="rect">
            <a:avLst/>
          </a:prstGeom>
          <a:solidFill>
            <a:srgbClr val="C8E6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1097280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0">
                <a:solidFill>
                  <a:srgbClr val="2C2C2C"/>
                </a:solidFill>
                <a:latin typeface="Microsoft YaHei"/>
              </a:defRPr>
            </a:pPr>
            <a:r>
              <a:t>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10058400"/>
            <a:ext cx="6400800" cy="3474720"/>
          </a:xfrm>
          <a:prstGeom prst="roundRect">
            <a:avLst/>
          </a:prstGeom>
          <a:solidFill>
            <a:srgbClr val="E8F5E9"/>
          </a:solidFill>
          <a:ln w="635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88720" y="10058400"/>
            <a:ext cx="274320" cy="381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88720" y="10058400"/>
            <a:ext cx="38100" cy="27432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10058400"/>
            <a:ext cx="274320" cy="381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10058400"/>
            <a:ext cx="38100" cy="27432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63040" y="1024128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200" b="1">
                <a:solidFill>
                  <a:srgbClr val="2C2C2C"/>
                </a:solidFill>
                <a:latin typeface="Microsoft YaHei"/>
              </a:defRPr>
            </a:pPr>
            <a:r>
              <a:t>社会环境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10881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defRPr sz="1400" b="0">
                <a:solidFill>
                  <a:srgbClr val="5D4037"/>
                </a:solidFill>
                <a:latin typeface="Microsoft YaHei"/>
              </a:defRPr>
            </a:pPr>
            <a:r>
              <a:t>• 35岁危机、内卷、996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11475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defRPr sz="1400" b="0">
                <a:solidFill>
                  <a:srgbClr val="5D4037"/>
                </a:solidFill>
                <a:latin typeface="Microsoft YaHei"/>
              </a:defRPr>
            </a:pPr>
            <a:r>
              <a:t>• 「你不干有的是人干」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1207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defRPr sz="1400" b="0">
                <a:solidFill>
                  <a:srgbClr val="5D4037"/>
                </a:solidFill>
                <a:latin typeface="Microsoft YaHei"/>
              </a:defRPr>
            </a:pPr>
            <a:r>
              <a:t>• 成功学把人逼成机器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12664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defRPr sz="1400" b="0">
                <a:solidFill>
                  <a:srgbClr val="5D4037"/>
                </a:solidFill>
                <a:latin typeface="Microsoft YaHei"/>
              </a:defRPr>
            </a:pPr>
            <a:r>
              <a:t>• 却忘了问你快不快乐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6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9436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7452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79476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43484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75488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39496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71500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603504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635508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667512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99516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731520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763524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795528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827532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859536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891540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923544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955548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987552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1019556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1051560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1083564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1115568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1147572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1179576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1211580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1243584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1275588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1307592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39596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1371600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1403604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1435608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14676120"/>
            <a:ext cx="731520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" y="0"/>
            <a:ext cx="25400" cy="14630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" y="0"/>
            <a:ext cx="6350" cy="14630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97280" y="457200"/>
            <a:ext cx="6400800" cy="91440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3840"/>
              </a:lnSpc>
              <a:defRPr sz="2400">
                <a:solidFill>
                  <a:srgbClr val="2C2C2C"/>
                </a:solidFill>
                <a:latin typeface="Microsoft YaHei"/>
              </a:defRPr>
            </a:pPr>
            <a:r>
              <a:t>🧠 认知重启 · 换个脑子想问题</a:t>
            </a:r>
          </a:p>
        </p:txBody>
      </p:sp>
      <p:sp>
        <p:nvSpPr>
          <p:cNvPr id="50" name="Rectangle 49"/>
          <p:cNvSpPr/>
          <p:nvPr/>
        </p:nvSpPr>
        <p:spPr>
          <a:xfrm rot="21480000">
            <a:off x="1554480" y="1737360"/>
            <a:ext cx="2560320" cy="320040"/>
          </a:xfrm>
          <a:prstGeom prst="rect">
            <a:avLst/>
          </a:prstGeom>
          <a:solidFill>
            <a:srgbClr val="FCD5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97280" y="1828800"/>
            <a:ext cx="3200400" cy="530352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240"/>
              </a:lnSpc>
              <a:defRPr sz="1400">
                <a:solidFill>
                  <a:srgbClr val="5D4037"/>
                </a:solidFill>
                <a:latin typeface="Microsoft YaHei"/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219456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  <a:defRPr sz="4000" b="0">
                <a:solidFill>
                  <a:srgbClr val="2C2C2C"/>
                </a:solidFill>
                <a:latin typeface="Microsoft YaHei"/>
              </a:defRPr>
            </a:pPr>
            <a:r>
              <a:t>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50"/>
              </a:lnSpc>
              <a:defRPr sz="1700" b="1">
                <a:solidFill>
                  <a:srgbClr val="2C2C2C"/>
                </a:solidFill>
                <a:latin typeface="Microsoft YaHei"/>
              </a:defRPr>
            </a:pPr>
            <a:r>
              <a:t>允许自己「普通」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0" y="347472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世界上99%的人都是普通人</a:t>
            </a:r>
            <a:br/>
            <a:r>
              <a:t>普通不是失败</a:t>
            </a:r>
            <a:br/>
            <a:r>
              <a:t>是一种正常的人生状态</a:t>
            </a:r>
          </a:p>
        </p:txBody>
      </p:sp>
      <p:sp>
        <p:nvSpPr>
          <p:cNvPr id="55" name="Rectangle 54"/>
          <p:cNvSpPr/>
          <p:nvPr/>
        </p:nvSpPr>
        <p:spPr>
          <a:xfrm rot="21540000">
            <a:off x="5029200" y="1737360"/>
            <a:ext cx="2560320" cy="320040"/>
          </a:xfrm>
          <a:prstGeom prst="rect">
            <a:avLst/>
          </a:prstGeom>
          <a:solidFill>
            <a:srgbClr val="FFF3B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572000" y="1828800"/>
            <a:ext cx="3200400" cy="530352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240"/>
              </a:lnSpc>
              <a:defRPr sz="1400">
                <a:solidFill>
                  <a:srgbClr val="5D4037"/>
                </a:solidFill>
                <a:latin typeface="Microsoft YaHei"/>
              </a:defRPr>
            </a:pPr>
          </a:p>
        </p:txBody>
      </p:sp>
      <p:sp>
        <p:nvSpPr>
          <p:cNvPr id="57" name="TextBox 56"/>
          <p:cNvSpPr txBox="1"/>
          <p:nvPr/>
        </p:nvSpPr>
        <p:spPr>
          <a:xfrm>
            <a:off x="566928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  <a:defRPr sz="4000" b="0">
                <a:solidFill>
                  <a:srgbClr val="2C2C2C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0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50"/>
              </a:lnSpc>
              <a:defRPr sz="1700" b="1">
                <a:solidFill>
                  <a:srgbClr val="2C2C2C"/>
                </a:solidFill>
                <a:latin typeface="Microsoft YaHei"/>
              </a:defRPr>
            </a:pPr>
            <a:r>
              <a:t>把「来不及」换成「刚刚好」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6320" y="347472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摩西奶奶78岁才开始画画</a:t>
            </a:r>
            <a:br/>
            <a:r>
              <a:t>人生不是百米冲刺</a:t>
            </a:r>
            <a:br/>
            <a:r>
              <a:t>是各自赛道的马拉松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54480" y="7955280"/>
            <a:ext cx="2560320" cy="320040"/>
          </a:xfrm>
          <a:prstGeom prst="rect">
            <a:avLst/>
          </a:prstGeom>
          <a:solidFill>
            <a:srgbClr val="C8E6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97280" y="8046720"/>
            <a:ext cx="3200400" cy="53035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240"/>
              </a:lnSpc>
              <a:defRPr sz="1400">
                <a:solidFill>
                  <a:srgbClr val="5D4037"/>
                </a:solidFill>
                <a:latin typeface="Microsoft YaHei"/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2194560" y="8321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  <a:defRPr sz="4000" b="0">
                <a:solidFill>
                  <a:srgbClr val="2C2C2C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8961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50"/>
              </a:lnSpc>
              <a:defRPr sz="1700" b="1">
                <a:solidFill>
                  <a:srgbClr val="2C2C2C"/>
                </a:solidFill>
                <a:latin typeface="Microsoft YaHei"/>
              </a:defRPr>
            </a:pPr>
            <a:r>
              <a:t>定义自己的成功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71600" y="969264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成功不是只有一种模板</a:t>
            </a:r>
            <a:br/>
            <a:r>
              <a:t>今天开心了就是成功</a:t>
            </a:r>
            <a:br/>
            <a:r>
              <a:t>睡了个好觉也是成功</a:t>
            </a:r>
          </a:p>
        </p:txBody>
      </p:sp>
      <p:sp>
        <p:nvSpPr>
          <p:cNvPr id="65" name="Rectangle 64"/>
          <p:cNvSpPr/>
          <p:nvPr/>
        </p:nvSpPr>
        <p:spPr>
          <a:xfrm rot="60000">
            <a:off x="5029200" y="7955280"/>
            <a:ext cx="2560320" cy="320040"/>
          </a:xfrm>
          <a:prstGeom prst="rect">
            <a:avLst/>
          </a:prstGeom>
          <a:solidFill>
            <a:srgbClr val="BBDE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572000" y="8046720"/>
            <a:ext cx="3200400" cy="530352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240"/>
              </a:lnSpc>
              <a:defRPr sz="1400">
                <a:solidFill>
                  <a:srgbClr val="5D4037"/>
                </a:solidFill>
                <a:latin typeface="Microsoft YaHei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5669280" y="8321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  <a:defRPr sz="4000" b="0">
                <a:solidFill>
                  <a:srgbClr val="2C2C2C"/>
                </a:solidFill>
                <a:latin typeface="Microsoft YaHei"/>
              </a:defRPr>
            </a:pPr>
            <a:r>
              <a:t>🚫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46320" y="8961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50"/>
              </a:lnSpc>
              <a:defRPr sz="1700" b="1">
                <a:solidFill>
                  <a:srgbClr val="2C2C2C"/>
                </a:solidFill>
                <a:latin typeface="Microsoft YaHei"/>
              </a:defRPr>
            </a:pPr>
            <a:r>
              <a:t>屏蔽噪音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46320" y="969264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别人的评价是他们的事</a:t>
            </a:r>
            <a:br/>
            <a:r>
              <a:t>你的人生是你的事</a:t>
            </a:r>
            <a:br/>
            <a:r>
              <a:t>学会「关你什么事」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57200"/>
            <a:ext cx="7680960" cy="411480"/>
          </a:xfrm>
          <a:prstGeom prst="rect">
            <a:avLst/>
          </a:prstGeom>
          <a:solidFill>
            <a:srgbClr val="E1BEE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defRPr sz="2800" b="1">
                <a:solidFill>
                  <a:srgbClr val="2C2C2C"/>
                </a:solidFill>
                <a:latin typeface="Microsoft YaHei"/>
              </a:defRPr>
            </a:pPr>
            <a:r>
              <a:t>🌿 行动指南 · 今天就能做的事</a:t>
            </a:r>
          </a:p>
        </p:txBody>
      </p:sp>
      <p:sp>
        <p:nvSpPr>
          <p:cNvPr id="4" name="Rounded Rectangle 3"/>
          <p:cNvSpPr/>
          <p:nvPr/>
        </p:nvSpPr>
        <p:spPr>
          <a:xfrm rot="21540000">
            <a:off x="457200" y="1371600"/>
            <a:ext cx="3474720" cy="3657600"/>
          </a:xfrm>
          <a:prstGeom prst="roundRect">
            <a:avLst/>
          </a:prstGeom>
          <a:solidFill>
            <a:srgbClr val="FFF9C4"/>
          </a:solidFill>
          <a:ln w="635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508760"/>
            <a:ext cx="548640" cy="548640"/>
          </a:xfrm>
          <a:prstGeom prst="ellipse">
            <a:avLst/>
          </a:prstGeom>
          <a:solidFill>
            <a:srgbClr val="FC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defRPr sz="2000" b="0">
                <a:solidFill>
                  <a:srgbClr val="2C2C2C"/>
                </a:solidFill>
                <a:latin typeface="Microsoft YaHei"/>
              </a:defRPr>
            </a:pPr>
            <a: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defRPr sz="1700" b="1">
                <a:solidFill>
                  <a:srgbClr val="2C2C2C"/>
                </a:solidFill>
                <a:latin typeface="Microsoft YaHei"/>
              </a:defRPr>
            </a:pPr>
            <a:r>
              <a:t>每天留10分钟给自己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什么都不做，就发呆</a:t>
            </a:r>
            <a:br/>
            <a:r>
              <a:t>让大脑休息一下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663440"/>
            <a:ext cx="2560320" cy="274320"/>
          </a:xfrm>
          <a:prstGeom prst="rect">
            <a:avLst/>
          </a:prstGeom>
          <a:solidFill>
            <a:srgbClr val="C8E6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90000">
            <a:off x="4389120" y="1371600"/>
            <a:ext cx="3474720" cy="36576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1508760"/>
            <a:ext cx="548640" cy="548640"/>
          </a:xfrm>
          <a:prstGeom prst="ellipse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defRPr sz="2000" b="0">
                <a:solidFill>
                  <a:srgbClr val="2C2C2C"/>
                </a:solidFill>
                <a:latin typeface="Microsoft YaHei"/>
              </a:defRPr>
            </a:pPr>
            <a:r>
              <a:t>2️⃣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defRPr sz="1700" b="1">
                <a:solidFill>
                  <a:srgbClr val="2C2C2C"/>
                </a:solidFill>
                <a:latin typeface="Microsoft YaHei"/>
              </a:defRPr>
            </a:pPr>
            <a:r>
              <a:t>取关让你焦虑的账号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945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不舒服的内容就屏蔽</a:t>
            </a:r>
            <a:br/>
            <a:r>
              <a:t>你的信息流你做主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4663440"/>
            <a:ext cx="2560320" cy="274320"/>
          </a:xfrm>
          <a:prstGeom prst="rect">
            <a:avLst/>
          </a:prstGeom>
          <a:solidFill>
            <a:srgbClr val="BBDE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 rot="21570000">
            <a:off x="457200" y="5486400"/>
            <a:ext cx="3474720" cy="3657600"/>
          </a:xfrm>
          <a:prstGeom prst="roundRect">
            <a:avLst/>
          </a:prstGeom>
          <a:solidFill>
            <a:srgbClr val="E8F5E9"/>
          </a:solidFill>
          <a:ln w="635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5623560"/>
            <a:ext cx="548640" cy="548640"/>
          </a:xfrm>
          <a:prstGeom prst="ellipse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669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defRPr sz="2000" b="0">
                <a:solidFill>
                  <a:srgbClr val="2C2C2C"/>
                </a:solidFill>
                <a:latin typeface="Microsoft YaHei"/>
              </a:defRPr>
            </a:pPr>
            <a:r>
              <a:t>3️⃣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69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defRPr sz="1700" b="1">
                <a:solidFill>
                  <a:srgbClr val="2C2C2C"/>
                </a:solidFill>
                <a:latin typeface="Microsoft YaHei"/>
              </a:defRPr>
            </a:pPr>
            <a:r>
              <a:t>学会说「不知道」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不用什么都知道</a:t>
            </a:r>
            <a:br/>
            <a:r>
              <a:t>「我不知道」是一种勇气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778240"/>
            <a:ext cx="2560320" cy="274320"/>
          </a:xfrm>
          <a:prstGeom prst="rect">
            <a:avLst/>
          </a:prstGeom>
          <a:solidFill>
            <a:srgbClr val="FCD5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 rot="120000">
            <a:off x="4389120" y="5486400"/>
            <a:ext cx="3474720" cy="3657600"/>
          </a:xfrm>
          <a:prstGeom prst="roundRect">
            <a:avLst/>
          </a:prstGeom>
          <a:solidFill>
            <a:srgbClr val="FFF9C4"/>
          </a:solidFill>
          <a:ln w="635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26280" y="5623560"/>
            <a:ext cx="548640" cy="548640"/>
          </a:xfrm>
          <a:prstGeom prst="ellipse">
            <a:avLst/>
          </a:prstGeom>
          <a:solidFill>
            <a:srgbClr val="FFF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5669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defRPr sz="2000" b="0">
                <a:solidFill>
                  <a:srgbClr val="2C2C2C"/>
                </a:solidFill>
                <a:latin typeface="Microsoft YaHei"/>
              </a:defRPr>
            </a:pPr>
            <a:r>
              <a:t>4️⃣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5669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defRPr sz="1700" b="1">
                <a:solidFill>
                  <a:srgbClr val="2C2C2C"/>
                </a:solidFill>
                <a:latin typeface="Microsoft YaHei"/>
              </a:defRPr>
            </a:pPr>
            <a:r>
              <a:t>降低期待值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63093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对别人降低期待</a:t>
            </a:r>
            <a:br/>
            <a:r>
              <a:t>对自己也降低期待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8778240"/>
            <a:ext cx="2560320" cy="274320"/>
          </a:xfrm>
          <a:prstGeom prst="rect">
            <a:avLst/>
          </a:prstGeom>
          <a:solidFill>
            <a:srgbClr val="C8E6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 rot="21510000">
            <a:off x="457200" y="9601200"/>
            <a:ext cx="3474720" cy="36576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4360" y="9738360"/>
            <a:ext cx="548640" cy="548640"/>
          </a:xfrm>
          <a:prstGeom prst="ellipse">
            <a:avLst/>
          </a:prstGeom>
          <a:solidFill>
            <a:srgbClr val="E1B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9784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defRPr sz="2000" b="0">
                <a:solidFill>
                  <a:srgbClr val="2C2C2C"/>
                </a:solidFill>
                <a:latin typeface="Microsoft YaHei"/>
              </a:defRPr>
            </a:pPr>
            <a:r>
              <a:t>5️⃣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9784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defRPr sz="1700" b="1">
                <a:solidFill>
                  <a:srgbClr val="2C2C2C"/>
                </a:solidFill>
                <a:latin typeface="Microsoft YaHei"/>
              </a:defRPr>
            </a:pPr>
            <a:r>
              <a:t>找到你的「小确幸」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104241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一杯好喝的奶茶</a:t>
            </a:r>
            <a:br/>
            <a:r>
              <a:t>一个温暖的午后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12893040"/>
            <a:ext cx="2560320" cy="274320"/>
          </a:xfrm>
          <a:prstGeom prst="rect">
            <a:avLst/>
          </a:prstGeom>
          <a:solidFill>
            <a:srgbClr val="FFF3B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 rot="48000">
            <a:off x="4389120" y="9601200"/>
            <a:ext cx="3474720" cy="3657600"/>
          </a:xfrm>
          <a:prstGeom prst="roundRect">
            <a:avLst/>
          </a:prstGeom>
          <a:solidFill>
            <a:srgbClr val="E8F5E9"/>
          </a:solidFill>
          <a:ln w="635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26280" y="9738360"/>
            <a:ext cx="548640" cy="548640"/>
          </a:xfrm>
          <a:prstGeom prst="ellipse">
            <a:avLst/>
          </a:prstGeom>
          <a:solidFill>
            <a:srgbClr val="FC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9784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defRPr sz="2000" b="0">
                <a:solidFill>
                  <a:srgbClr val="2C2C2C"/>
                </a:solidFill>
                <a:latin typeface="Microsoft YaHei"/>
              </a:defRPr>
            </a:pPr>
            <a:r>
              <a:t>6️⃣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9784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defRPr sz="1700" b="1">
                <a:solidFill>
                  <a:srgbClr val="2C2C2C"/>
                </a:solidFill>
                <a:latin typeface="Microsoft YaHei"/>
              </a:defRPr>
            </a:pPr>
            <a:r>
              <a:t>允许自己休息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104241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休息不是偷懒</a:t>
            </a:r>
            <a:br/>
            <a:r>
              <a:t>你不是机器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12893040"/>
            <a:ext cx="2560320" cy="274320"/>
          </a:xfrm>
          <a:prstGeom prst="rect">
            <a:avLst/>
          </a:prstGeom>
          <a:solidFill>
            <a:srgbClr val="BBDE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500"/>
              </a:lnSpc>
              <a:defRPr sz="3000" b="1">
                <a:solidFill>
                  <a:srgbClr val="2C2C2C"/>
                </a:solidFill>
                <a:latin typeface="Microsoft YaHei"/>
              </a:defRPr>
            </a:pPr>
            <a:r>
              <a:t>💬 东亚人的松弛感语录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defRPr sz="1300" b="0">
                <a:solidFill>
                  <a:srgbClr val="5D4037"/>
                </a:solidFill>
                <a:latin typeface="Microsoft YaHei"/>
              </a:defRPr>
            </a:pPr>
            <a:r>
              <a:t>建议截图保存，焦虑时拿出来读一读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457200" y="1828800"/>
            <a:ext cx="3474720" cy="2560320"/>
          </a:xfrm>
          <a:prstGeom prst="rect">
            <a:avLst/>
          </a:prstGeom>
          <a:solidFill>
            <a:srgbClr val="FDF8EF"/>
          </a:solidFill>
          <a:ln w="127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480000">
            <a:off x="594360" y="1965960"/>
            <a:ext cx="3200400" cy="18288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1691640"/>
            <a:ext cx="2011680" cy="274320"/>
          </a:xfrm>
          <a:prstGeom prst="rect">
            <a:avLst/>
          </a:prstGeom>
          <a:solidFill>
            <a:srgbClr val="FCD5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6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「来得及，一切都来得及」</a:t>
            </a:r>
          </a:p>
        </p:txBody>
      </p:sp>
      <p:sp>
        <p:nvSpPr>
          <p:cNvPr id="8" name="Rectangle 7"/>
          <p:cNvSpPr/>
          <p:nvPr/>
        </p:nvSpPr>
        <p:spPr>
          <a:xfrm rot="90000">
            <a:off x="4389120" y="1828800"/>
            <a:ext cx="3474720" cy="2560320"/>
          </a:xfrm>
          <a:prstGeom prst="rect">
            <a:avLst/>
          </a:prstGeom>
          <a:solidFill>
            <a:srgbClr val="FDF8EF"/>
          </a:solidFill>
          <a:ln w="127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90000">
            <a:off x="4526280" y="1965960"/>
            <a:ext cx="3200400" cy="18288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1691640"/>
            <a:ext cx="2011680" cy="274320"/>
          </a:xfrm>
          <a:prstGeom prst="rect">
            <a:avLst/>
          </a:prstGeom>
          <a:solidFill>
            <a:srgbClr val="C8E6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286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6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「不完美也没关系」</a:t>
            </a:r>
          </a:p>
        </p:txBody>
      </p:sp>
      <p:sp>
        <p:nvSpPr>
          <p:cNvPr id="12" name="Rectangle 11"/>
          <p:cNvSpPr/>
          <p:nvPr/>
        </p:nvSpPr>
        <p:spPr>
          <a:xfrm rot="21540000">
            <a:off x="457200" y="4846320"/>
            <a:ext cx="3474720" cy="2560320"/>
          </a:xfrm>
          <a:prstGeom prst="rect">
            <a:avLst/>
          </a:prstGeom>
          <a:solidFill>
            <a:srgbClr val="FDF8EF"/>
          </a:solidFill>
          <a:ln w="127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1540000">
            <a:off x="594360" y="4983480"/>
            <a:ext cx="32004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4709160"/>
            <a:ext cx="2011680" cy="274320"/>
          </a:xfrm>
          <a:prstGeom prst="rect">
            <a:avLst/>
          </a:prstGeom>
          <a:solidFill>
            <a:srgbClr val="BBDE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6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「今天不努力，明天也可以」</a:t>
            </a:r>
          </a:p>
        </p:txBody>
      </p:sp>
      <p:sp>
        <p:nvSpPr>
          <p:cNvPr id="16" name="Rectangle 15"/>
          <p:cNvSpPr/>
          <p:nvPr/>
        </p:nvSpPr>
        <p:spPr>
          <a:xfrm rot="120000">
            <a:off x="4389120" y="4846320"/>
            <a:ext cx="3474720" cy="2560320"/>
          </a:xfrm>
          <a:prstGeom prst="rect">
            <a:avLst/>
          </a:prstGeom>
          <a:solidFill>
            <a:srgbClr val="FDF8EF"/>
          </a:solidFill>
          <a:ln w="127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120000">
            <a:off x="4526280" y="4983480"/>
            <a:ext cx="3200400" cy="18288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4709160"/>
            <a:ext cx="2011680" cy="274320"/>
          </a:xfrm>
          <a:prstGeom prst="rect">
            <a:avLst/>
          </a:prstGeom>
          <a:solidFill>
            <a:srgbClr val="E1BEE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53035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6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「别人的成功跟我没关系」</a:t>
            </a:r>
          </a:p>
        </p:txBody>
      </p:sp>
      <p:sp>
        <p:nvSpPr>
          <p:cNvPr id="20" name="Rectangle 19"/>
          <p:cNvSpPr/>
          <p:nvPr/>
        </p:nvSpPr>
        <p:spPr>
          <a:xfrm rot="21510000">
            <a:off x="457200" y="7863840"/>
            <a:ext cx="3474720" cy="2560320"/>
          </a:xfrm>
          <a:prstGeom prst="rect">
            <a:avLst/>
          </a:prstGeom>
          <a:solidFill>
            <a:srgbClr val="FDF8EF"/>
          </a:solidFill>
          <a:ln w="127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1510000">
            <a:off x="594360" y="8001000"/>
            <a:ext cx="3200400" cy="18288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720" y="7726680"/>
            <a:ext cx="2011680" cy="274320"/>
          </a:xfrm>
          <a:prstGeom prst="rect">
            <a:avLst/>
          </a:prstGeom>
          <a:solidFill>
            <a:srgbClr val="FFF3B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83210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6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「我值得被爱，不需要条件」</a:t>
            </a:r>
          </a:p>
        </p:txBody>
      </p:sp>
      <p:sp>
        <p:nvSpPr>
          <p:cNvPr id="24" name="Rectangle 23"/>
          <p:cNvSpPr/>
          <p:nvPr/>
        </p:nvSpPr>
        <p:spPr>
          <a:xfrm rot="60000">
            <a:off x="4389120" y="7863840"/>
            <a:ext cx="3474720" cy="2560320"/>
          </a:xfrm>
          <a:prstGeom prst="rect">
            <a:avLst/>
          </a:prstGeom>
          <a:solidFill>
            <a:srgbClr val="FDF8EF"/>
          </a:solidFill>
          <a:ln w="127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60000">
            <a:off x="4526280" y="8001000"/>
            <a:ext cx="32004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7726680"/>
            <a:ext cx="2011680" cy="274320"/>
          </a:xfrm>
          <a:prstGeom prst="rect">
            <a:avLst/>
          </a:prstGeom>
          <a:solidFill>
            <a:srgbClr val="FCD5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83210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6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「慢慢来，比较快」</a:t>
            </a:r>
          </a:p>
        </p:txBody>
      </p:sp>
      <p:sp>
        <p:nvSpPr>
          <p:cNvPr id="28" name="Rectangle 27"/>
          <p:cNvSpPr/>
          <p:nvPr/>
        </p:nvSpPr>
        <p:spPr>
          <a:xfrm rot="21570000">
            <a:off x="457200" y="10881359"/>
            <a:ext cx="3474720" cy="2560320"/>
          </a:xfrm>
          <a:prstGeom prst="rect">
            <a:avLst/>
          </a:prstGeom>
          <a:solidFill>
            <a:srgbClr val="FDF8EF"/>
          </a:solidFill>
          <a:ln w="127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1570000">
            <a:off x="594360" y="11018519"/>
            <a:ext cx="3200400" cy="18288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" y="10744199"/>
            <a:ext cx="2011680" cy="274320"/>
          </a:xfrm>
          <a:prstGeom prst="rect">
            <a:avLst/>
          </a:prstGeom>
          <a:solidFill>
            <a:srgbClr val="BBDEF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11338559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6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「人生不是竞赛，是体验」</a:t>
            </a:r>
          </a:p>
        </p:txBody>
      </p:sp>
      <p:sp>
        <p:nvSpPr>
          <p:cNvPr id="32" name="Rectangle 31"/>
          <p:cNvSpPr/>
          <p:nvPr/>
        </p:nvSpPr>
        <p:spPr>
          <a:xfrm rot="150000">
            <a:off x="4389120" y="10881359"/>
            <a:ext cx="3474720" cy="2560320"/>
          </a:xfrm>
          <a:prstGeom prst="rect">
            <a:avLst/>
          </a:prstGeom>
          <a:solidFill>
            <a:srgbClr val="FDF8EF"/>
          </a:solidFill>
          <a:ln w="127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150000">
            <a:off x="4526280" y="11018519"/>
            <a:ext cx="3200400" cy="18288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20640" y="10744199"/>
            <a:ext cx="2011680" cy="274320"/>
          </a:xfrm>
          <a:prstGeom prst="rect">
            <a:avLst/>
          </a:prstGeom>
          <a:solidFill>
            <a:srgbClr val="C8E6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11338559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6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「我已经很棒了」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19456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12064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548640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585216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658368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694944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731520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768096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804672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841248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877824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914400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950976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987552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1024128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1060704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1097280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1133856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1170432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1207008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1243584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12801600"/>
            <a:ext cx="6766560" cy="1016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0"/>
            <a:ext cx="25400" cy="14630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21540000">
            <a:off x="1828800" y="457200"/>
            <a:ext cx="4572000" cy="411480"/>
          </a:xfrm>
          <a:prstGeom prst="rect">
            <a:avLst/>
          </a:prstGeom>
          <a:solidFill>
            <a:srgbClr val="FCD5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86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defRPr sz="3200" b="1">
                <a:solidFill>
                  <a:srgbClr val="2C2C2C"/>
                </a:solidFill>
                <a:latin typeface="Microsoft YaHei"/>
              </a:defRPr>
            </a:pPr>
            <a:r>
              <a:t>🌱 最后想对你说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1645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1">
                <a:solidFill>
                  <a:srgbClr val="2C2C2C"/>
                </a:solidFill>
                <a:latin typeface="Microsoft YaHei"/>
              </a:defRPr>
            </a:pPr>
            <a:r>
              <a:t>亲爱的东亚人类，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202996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097280" y="241401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你不需要成为「别人家的孩子」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279806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你不需要在30岁之前完成所有事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318211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你不需要永远保持高效和完美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3566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1097280" y="39502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你可以慢一点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433425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你可以普通一点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71830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你可以不那么「有用」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1023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1097280" y="5486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你存在的意义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587044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不是为了满足所有人的期待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625449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而是为了体验这仅有一次的人生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663854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1097280" y="70225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今天开始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7406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允许自己做一个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779068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600" b="0">
                <a:solidFill>
                  <a:srgbClr val="5D4037"/>
                </a:solidFill>
                <a:latin typeface="Microsoft YaHei"/>
              </a:defRPr>
            </a:pPr>
            <a:r>
              <a:t>平静而幸福的普通人 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1325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defRPr sz="2800" b="0">
                <a:solidFill>
                  <a:srgbClr val="2C2C2C"/>
                </a:solidFill>
                <a:latin typeface="Microsoft YaHei"/>
              </a:defRPr>
            </a:pPr>
            <a:r>
              <a:t>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4440" y="1339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2400" b="0">
                <a:solidFill>
                  <a:srgbClr val="C62828"/>
                </a:solidFill>
                <a:latin typeface="Microsoft YaHei"/>
              </a:defRPr>
            </a:pPr>
            <a:r>
              <a:t>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5B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60000">
            <a:off x="457200" y="914400"/>
            <a:ext cx="7315200" cy="457200"/>
          </a:xfrm>
          <a:prstGeom prst="rect">
            <a:avLst/>
          </a:prstGeom>
          <a:solidFill>
            <a:srgbClr val="FCD5C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540000">
            <a:off x="914400" y="1371600"/>
            <a:ext cx="6400800" cy="365760"/>
          </a:xfrm>
          <a:prstGeom prst="rect">
            <a:avLst/>
          </a:prstGeom>
          <a:solidFill>
            <a:srgbClr val="FFF3B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3657600"/>
            <a:ext cx="5486400" cy="7315200"/>
          </a:xfrm>
          <a:prstGeom prst="rect">
            <a:avLst/>
          </a:prstGeom>
          <a:solidFill>
            <a:srgbClr val="FDF8EF"/>
          </a:solidFill>
          <a:ln w="127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3657600"/>
            <a:ext cx="274320" cy="381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3657600"/>
            <a:ext cx="38100" cy="27432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3657600"/>
            <a:ext cx="274320" cy="381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3657600"/>
            <a:ext cx="38100" cy="27432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10424160"/>
            <a:ext cx="274320" cy="381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10424160"/>
            <a:ext cx="38100" cy="27432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0424160"/>
            <a:ext cx="274320" cy="3810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0424160"/>
            <a:ext cx="38100" cy="27432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572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1">
                <a:solidFill>
                  <a:srgbClr val="2E7D32"/>
                </a:solidFill>
                <a:latin typeface="Microsoft YaHei"/>
              </a:defRPr>
            </a:pPr>
            <a:r>
              <a:t>东亚人类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486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defRPr sz="3600" b="1">
                <a:solidFill>
                  <a:srgbClr val="2E7D32"/>
                </a:solidFill>
                <a:latin typeface="Microsoft YaHei"/>
              </a:defRPr>
            </a:pPr>
            <a:r>
              <a:t>反焦虑平静指南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6858000"/>
            <a:ext cx="3657600" cy="365760"/>
          </a:xfrm>
          <a:prstGeom prst="rect">
            <a:avLst/>
          </a:prstGeom>
          <a:solidFill>
            <a:srgbClr val="FFF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6766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50"/>
              </a:lnSpc>
              <a:defRPr sz="1500" b="0">
                <a:solidFill>
                  <a:srgbClr val="5D4037"/>
                </a:solidFill>
                <a:latin typeface="Microsoft YaHei"/>
              </a:defRPr>
            </a:pPr>
            <a:r>
              <a:t>愿你平静，愿你自由，愿你幸福 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7772400"/>
            <a:ext cx="3657600" cy="1371600"/>
          </a:xfrm>
          <a:prstGeom prst="round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400"/>
              </a:lnSpc>
              <a:defRPr sz="1500">
                <a:solidFill>
                  <a:srgbClr val="5D4037"/>
                </a:solidFill>
                <a:latin typeface="Microsoft YaHei"/>
              </a:defRPr>
            </a:pPr>
            <a:r>
              <a:t>觉得有用就收藏吧 💛</a:t>
            </a:r>
            <a:br/>
            <a:r>
              <a:t>焦虑的时候拿出来看看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defRPr sz="2800" b="0">
                <a:solidFill>
                  <a:srgbClr val="FF80AB"/>
                </a:solidFill>
                <a:latin typeface="Microsoft YaHei"/>
              </a:defRPr>
            </a:pPr>
            <a: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2400" b="0">
                <a:solidFill>
                  <a:srgbClr val="FFF176"/>
                </a:solidFill>
                <a:latin typeface="Microsoft YaHei"/>
              </a:defRPr>
            </a:pPr>
            <a: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12344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500"/>
              </a:lnSpc>
              <a:defRPr sz="3000" b="0">
                <a:solidFill>
                  <a:srgbClr val="2C2C2C"/>
                </a:solidFill>
                <a:latin typeface="Microsoft YaHei"/>
              </a:defRPr>
            </a:pPr>
            <a:r>
              <a:t>☁️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280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defRPr sz="2800" b="0">
                <a:solidFill>
                  <a:srgbClr val="2C2C2C"/>
                </a:solidFill>
                <a:latin typeface="Microsoft YaHei"/>
              </a:defRPr>
            </a:pPr>
            <a:r>
              <a:t>🌱</a:t>
            </a:r>
          </a:p>
        </p:txBody>
      </p:sp>
      <p:sp>
        <p:nvSpPr>
          <p:cNvPr id="22" name="Rectangle 21"/>
          <p:cNvSpPr/>
          <p:nvPr/>
        </p:nvSpPr>
        <p:spPr>
          <a:xfrm rot="30000">
            <a:off x="274320" y="13258800"/>
            <a:ext cx="7680960" cy="365760"/>
          </a:xfrm>
          <a:prstGeom prst="rect">
            <a:avLst/>
          </a:prstGeom>
          <a:solidFill>
            <a:srgbClr val="C8E6C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